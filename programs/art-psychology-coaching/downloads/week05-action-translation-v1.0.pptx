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8f6ccb12734ce6" /><Relationship Type="http://schemas.openxmlformats.org/officeDocument/2006/relationships/extended-properties" Target="/docProps/app.xml" Id="Rff2ecdd99c6a4744" /><Relationship Type="http://schemas.openxmlformats.org/officeDocument/2006/relationships/officeDocument" Target="/ppt/presentation.xml" Id="R059188b9d6b64d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7a507e13994ff6"/>
  </p:sldMasterIdLst>
  <p:notesMasterIdLst>
    <p:notesMasterId xmlns:r="http://schemas.openxmlformats.org/officeDocument/2006/relationships" r:id="R358edab5472c42c5"/>
  </p:notesMasterIdLst>
  <p:sldIdLst>
    <p:sldId xmlns:r="http://schemas.openxmlformats.org/officeDocument/2006/relationships" id="256" r:id="R5f6c954304c545af"/>
    <p:sldId xmlns:r="http://schemas.openxmlformats.org/officeDocument/2006/relationships" id="257" r:id="R9bacb26c0f844136"/>
    <p:sldId xmlns:r="http://schemas.openxmlformats.org/officeDocument/2006/relationships" id="258" r:id="R98908739deea433b"/>
    <p:sldId xmlns:r="http://schemas.openxmlformats.org/officeDocument/2006/relationships" id="259" r:id="Rc9195ae0e9694127"/>
    <p:sldId xmlns:r="http://schemas.openxmlformats.org/officeDocument/2006/relationships" id="260" r:id="Rc1dcf02a2f94429a"/>
    <p:sldId xmlns:r="http://schemas.openxmlformats.org/officeDocument/2006/relationships" id="261" r:id="R565d2895bbea49c1"/>
    <p:sldId xmlns:r="http://schemas.openxmlformats.org/officeDocument/2006/relationships" id="262" r:id="Re19d3faf084844ad"/>
    <p:sldId xmlns:r="http://schemas.openxmlformats.org/officeDocument/2006/relationships" id="263" r:id="Rbce7d7f5af344298"/>
    <p:sldId xmlns:r="http://schemas.openxmlformats.org/officeDocument/2006/relationships" id="264" r:id="R24bee37d8a9444b5"/>
    <p:sldId xmlns:r="http://schemas.openxmlformats.org/officeDocument/2006/relationships" id="265" r:id="Rd660abfee46246a8"/>
    <p:sldId xmlns:r="http://schemas.openxmlformats.org/officeDocument/2006/relationships" id="266" r:id="R3b9f88fac2da4cc5"/>
    <p:sldId xmlns:r="http://schemas.openxmlformats.org/officeDocument/2006/relationships" id="267" r:id="R0c71f593e0e74864"/>
    <p:sldId xmlns:r="http://schemas.openxmlformats.org/officeDocument/2006/relationships" id="268" r:id="R607586f232d247be"/>
    <p:sldId xmlns:r="http://schemas.openxmlformats.org/officeDocument/2006/relationships" id="269" r:id="Redf13bcf1b4a43b1"/>
    <p:sldId xmlns:r="http://schemas.openxmlformats.org/officeDocument/2006/relationships" id="270" r:id="Ra8517ac2ba604737"/>
    <p:sldId xmlns:r="http://schemas.openxmlformats.org/officeDocument/2006/relationships" id="271" r:id="Rb0a495b33b0d4faf"/>
    <p:sldId xmlns:r="http://schemas.openxmlformats.org/officeDocument/2006/relationships" id="272" r:id="R9e75f8551c1f472c"/>
    <p:sldId xmlns:r="http://schemas.openxmlformats.org/officeDocument/2006/relationships" id="273" r:id="R52495527abfe4be8"/>
    <p:sldId xmlns:r="http://schemas.openxmlformats.org/officeDocument/2006/relationships" id="274" r:id="Rda48481d2e8644e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e3912596e445b5" /><Relationship Type="http://schemas.openxmlformats.org/officeDocument/2006/relationships/slideMaster" Target="/ppt/slideMasters/slideMaster1.xml" Id="R5f7a507e13994ff6" /><Relationship Type="http://schemas.openxmlformats.org/officeDocument/2006/relationships/notesMaster" Target="/ppt/notesMasters/notesMaster1.xml" Id="R358edab5472c42c5" /><Relationship Type="http://schemas.openxmlformats.org/officeDocument/2006/relationships/presProps" Target="/ppt/presProps.xml" Id="R66f6e9a5122d4049" /><Relationship Type="http://schemas.openxmlformats.org/officeDocument/2006/relationships/tableStyles" Target="/ppt/tableStyles.xml" Id="R219c615de1de4bac" /><Relationship Type="http://schemas.openxmlformats.org/officeDocument/2006/relationships/slide" Target="/ppt/slides/slide1.xml" Id="R5f6c954304c545af" /><Relationship Type="http://schemas.openxmlformats.org/officeDocument/2006/relationships/slide" Target="/ppt/slides/slide2.xml" Id="R9bacb26c0f844136" /><Relationship Type="http://schemas.openxmlformats.org/officeDocument/2006/relationships/slide" Target="/ppt/slides/slide3.xml" Id="R98908739deea433b" /><Relationship Type="http://schemas.openxmlformats.org/officeDocument/2006/relationships/slide" Target="/ppt/slides/slide4.xml" Id="Rc9195ae0e9694127" /><Relationship Type="http://schemas.openxmlformats.org/officeDocument/2006/relationships/slide" Target="/ppt/slides/slide5.xml" Id="Rc1dcf02a2f94429a" /><Relationship Type="http://schemas.openxmlformats.org/officeDocument/2006/relationships/slide" Target="/ppt/slides/slide6.xml" Id="R565d2895bbea49c1" /><Relationship Type="http://schemas.openxmlformats.org/officeDocument/2006/relationships/slide" Target="/ppt/slides/slide7.xml" Id="Re19d3faf084844ad" /><Relationship Type="http://schemas.openxmlformats.org/officeDocument/2006/relationships/slide" Target="/ppt/slides/slide8.xml" Id="Rbce7d7f5af344298" /><Relationship Type="http://schemas.openxmlformats.org/officeDocument/2006/relationships/slide" Target="/ppt/slides/slide9.xml" Id="R24bee37d8a9444b5" /><Relationship Type="http://schemas.openxmlformats.org/officeDocument/2006/relationships/slide" Target="/ppt/slides/slide10.xml" Id="Rd660abfee46246a8" /><Relationship Type="http://schemas.openxmlformats.org/officeDocument/2006/relationships/slide" Target="/ppt/slides/slide11.xml" Id="R3b9f88fac2da4cc5" /><Relationship Type="http://schemas.openxmlformats.org/officeDocument/2006/relationships/slide" Target="/ppt/slides/slide12.xml" Id="R0c71f593e0e74864" /><Relationship Type="http://schemas.openxmlformats.org/officeDocument/2006/relationships/slide" Target="/ppt/slides/slide13.xml" Id="R607586f232d247be" /><Relationship Type="http://schemas.openxmlformats.org/officeDocument/2006/relationships/slide" Target="/ppt/slides/slide14.xml" Id="Redf13bcf1b4a43b1" /><Relationship Type="http://schemas.openxmlformats.org/officeDocument/2006/relationships/slide" Target="/ppt/slides/slide15.xml" Id="Ra8517ac2ba604737" /><Relationship Type="http://schemas.openxmlformats.org/officeDocument/2006/relationships/slide" Target="/ppt/slides/slide16.xml" Id="Rb0a495b33b0d4faf" /><Relationship Type="http://schemas.openxmlformats.org/officeDocument/2006/relationships/slide" Target="/ppt/slides/slide17.xml" Id="R9e75f8551c1f472c" /><Relationship Type="http://schemas.openxmlformats.org/officeDocument/2006/relationships/slide" Target="/ppt/slides/slide18.xml" Id="R52495527abfe4be8" /><Relationship Type="http://schemas.openxmlformats.org/officeDocument/2006/relationships/slide" Target="/ppt/slides/slide19.xml" Id="Rda48481d2e8644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a0bfeb8ea540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7839ca81624119" /><Relationship Type="http://schemas.openxmlformats.org/officeDocument/2006/relationships/notesMaster" Target="/ppt/notesMasters/notesMaster1.xml" Id="Rdf18c33b27a34a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4277b1ad054ef7" /><Relationship Type="http://schemas.openxmlformats.org/officeDocument/2006/relationships/notesMaster" Target="/ppt/notesMasters/notesMaster1.xml" Id="R4fd8403b75bd4a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b29fd9e36e4418" /><Relationship Type="http://schemas.openxmlformats.org/officeDocument/2006/relationships/notesMaster" Target="/ppt/notesMasters/notesMaster1.xml" Id="R3d922dae5c3e4b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5e37db4a8e4c5c" /><Relationship Type="http://schemas.openxmlformats.org/officeDocument/2006/relationships/notesMaster" Target="/ppt/notesMasters/notesMaster1.xml" Id="R698606a360b242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ed8a4186504bd8" /><Relationship Type="http://schemas.openxmlformats.org/officeDocument/2006/relationships/notesMaster" Target="/ppt/notesMasters/notesMaster1.xml" Id="R8416b7e79b2742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e70569382444e5" /><Relationship Type="http://schemas.openxmlformats.org/officeDocument/2006/relationships/notesMaster" Target="/ppt/notesMasters/notesMaster1.xml" Id="R499ba9251d2548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eea29d5ce64c17" /><Relationship Type="http://schemas.openxmlformats.org/officeDocument/2006/relationships/notesMaster" Target="/ppt/notesMasters/notesMaster1.xml" Id="Ra953d8f669354c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d699ee93664d8a" /><Relationship Type="http://schemas.openxmlformats.org/officeDocument/2006/relationships/notesMaster" Target="/ppt/notesMasters/notesMaster1.xml" Id="Racb8f46f7cf940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5ce099f68c424b" /><Relationship Type="http://schemas.openxmlformats.org/officeDocument/2006/relationships/notesMaster" Target="/ppt/notesMasters/notesMaster1.xml" Id="R45dd2cbb150741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4ae146ff86446e" /><Relationship Type="http://schemas.openxmlformats.org/officeDocument/2006/relationships/notesMaster" Target="/ppt/notesMasters/notesMaster1.xml" Id="Rb7fdd03f09e44b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6a6608538e4b0e" /><Relationship Type="http://schemas.openxmlformats.org/officeDocument/2006/relationships/notesMaster" Target="/ppt/notesMasters/notesMaster1.xml" Id="Ra4bf52568da04d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ff3cf7211b446d" /><Relationship Type="http://schemas.openxmlformats.org/officeDocument/2006/relationships/notesMaster" Target="/ppt/notesMasters/notesMaster1.xml" Id="R778ed709e5f349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0c0d93cd8c4c76" /><Relationship Type="http://schemas.openxmlformats.org/officeDocument/2006/relationships/notesMaster" Target="/ppt/notesMasters/notesMaster1.xml" Id="R259ee83b396e49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800e929b8849f2" /><Relationship Type="http://schemas.openxmlformats.org/officeDocument/2006/relationships/notesMaster" Target="/ppt/notesMasters/notesMaster1.xml" Id="R69a63848a4874f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6dbe6b5ec148d4" /><Relationship Type="http://schemas.openxmlformats.org/officeDocument/2006/relationships/notesMaster" Target="/ppt/notesMasters/notesMaster1.xml" Id="R8aa62a7aec3c45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812d9a81b754ac5" /><Relationship Type="http://schemas.openxmlformats.org/officeDocument/2006/relationships/notesMaster" Target="/ppt/notesMasters/notesMaster1.xml" Id="R5c5991b50be9402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1070ba2c1a47ee" /><Relationship Type="http://schemas.openxmlformats.org/officeDocument/2006/relationships/notesMaster" Target="/ppt/notesMasters/notesMaster1.xml" Id="R68e40fbbbbca4a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538710eaf841e7" /><Relationship Type="http://schemas.openxmlformats.org/officeDocument/2006/relationships/notesMaster" Target="/ppt/notesMasters/notesMaster1.xml" Id="R587bf5bd2e6b416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a69d26d728a420c" /><Relationship Type="http://schemas.openxmlformats.org/officeDocument/2006/relationships/notesMaster" Target="/ppt/notesMasters/notesMaster1.xml" Id="R31c20553cad44c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W05-S01</a:t>
            </a:r>
          </a:p>
          <a:p xmlns:a="http://schemas.openxmlformats.org/drawingml/2006/main">
            <a:r>
              <a:t>목적: 이번 회기의 위치와 주제를 한눈에 제시한다.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진행자 실제 발화: “W05 / 바라는 장면을 행동으로 옮기기.” 오늘은 ‘익숙한 반복에서 무엇을 5% 다르게 선택할 것인가?’라는 질문을 따라가겠습니다. 정답을 만들기보다 지금 보이는 만큼만 함께 살펴보겠습니다.</a:t>
            </a:r>
          </a:p>
          <a:p xmlns:a="http://schemas.openxmlformats.org/drawingml/2006/main">
            <a:r>
              <a:t>다음 질문: 이 질문을 들었을 때 지금 가장 먼저 떠오르는 단어는 무엇인가요?</a:t>
            </a:r>
          </a:p>
          <a:p xmlns:a="http://schemas.openxmlformats.org/drawingml/2006/main">
            <a:r>
              <a:t>참여자가 막혔을 때의 대체 질문: 말 대신 색 하나, 선 하나, 또는 몸의 느낌 하나로 골라도 괜찮습니다.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이제 설명보다 현재의 감각으로 들어가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W05-S02</a:t>
            </a:r>
          </a:p>
          <a:p xmlns:a="http://schemas.openxmlformats.org/drawingml/2006/main">
            <a:r>
              <a:t>목적: 설명보다 장면 중심의 언어로 회기를 연다.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“원하는 장면과 오늘 사이에 길을 놓습니다.” 이 문장을 천천히 읽겠습니다. 설명을 바로 붙이지 않고, 지금 떠오르는 느낌이 자리 잡도록 잠시 기다리겠습니다.</a:t>
            </a:r>
          </a:p>
          <a:p xmlns:a="http://schemas.openxmlformats.org/drawingml/2006/main">
            <a:r>
              <a:t>다음 질문: 이 장면과 지금의 나 사이에 어떤 느낌이 있나요?</a:t>
            </a:r>
          </a:p>
          <a:p xmlns:a="http://schemas.openxmlformats.org/drawingml/2006/main">
            <a:r>
              <a:t>참여자가 막혔을 때의 대체 질문: 말 대신 색 하나, 선 하나, 또는 몸의 느낌 하나로 골라도 괜찮습니다.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먼저 지금 이 자리에 도착한 몸과 감정을 확인하겠습니다.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W05-S03</a:t>
            </a:r>
          </a:p>
          <a:p xmlns:a="http://schemas.openxmlformats.org/drawingml/2006/main">
            <a:r>
              <a:t>목적: 감정과 몸 상태를 현재 시점에서 확인한다.</a:t>
            </a:r>
          </a:p>
          <a:p xmlns:a="http://schemas.openxmlformats.org/drawingml/2006/main">
            <a:r>
              <a:t>권장 시간: 4분</a:t>
            </a:r>
          </a:p>
          <a:p xmlns:a="http://schemas.openxmlformats.org/drawingml/2006/main">
            <a:r>
              <a:t>진행자 실제 발화: “지금의 감정과 몸의 상태를 한 단어로 적어주세요.” 길게 설명하지 않아도 됩니다. 감정이나 몸의 느낌 가운데 지금 가장 가까운 단어 하나만 적어보세요.</a:t>
            </a:r>
          </a:p>
          <a:p xmlns:a="http://schemas.openxmlformats.org/drawingml/2006/main">
            <a:r>
              <a:t>다음 질문: 그 단어는 몸의 어느 부분에서 가장 가까이 느껴지나요?</a:t>
            </a:r>
          </a:p>
          <a:p xmlns:a="http://schemas.openxmlformats.org/drawingml/2006/main">
            <a:r>
              <a:t>참여자가 막혔을 때의 대체 질문: 정확한 감정명이 어렵다면 ‘편안함/불편함/잘 모르겠음’ 중 하나를 골라도 됩니다.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깊이 들어가기 전에 오늘의 선택권을 다시 확인하겠습니다.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W05-S04</a:t>
            </a:r>
          </a:p>
          <a:p xmlns:a="http://schemas.openxmlformats.org/drawingml/2006/main">
            <a:r>
              <a:t>목적: 말하지 않을 권리, 쉬어갈 권리, 중단 선택을 안내한다.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“말하지 않아도, 질문을 건너뛰어도, 잠시 쉬어가도 괜찮습니다.” 이것은 안내 문구가 아니라 실제 선택권입니다. 어떤 질문도 건너뛸 수 있고, 언제든 멈추거나 자리를 옮길 수 있습니다.</a:t>
            </a:r>
          </a:p>
          <a:p xmlns:a="http://schemas.openxmlformats.org/drawingml/2006/main">
            <a:r>
              <a:t>다음 질문: 오늘 자신에게 필요한 참여 방식은 무엇인가요?</a:t>
            </a:r>
          </a:p>
          <a:p xmlns:a="http://schemas.openxmlformats.org/drawingml/2006/main">
            <a:r>
              <a:t>참여자가 막혔을 때의 대체 질문: 지금은 ‘계속하기/건너뛰기/잠시 쉬기’ 중 무엇이 가장 필요한가요?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선택권을 가진 채 지난 시간과 오늘을 연결해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W05-S05</a:t>
            </a:r>
          </a:p>
          <a:p xmlns:a="http://schemas.openxmlformats.org/drawingml/2006/main">
            <a:r>
              <a:t>목적: 이전 회기의 삶의 실험과 발견을 현재 장면으로 연결한다.</a:t>
            </a:r>
          </a:p>
          <a:p xmlns:a="http://schemas.openxmlformats.org/drawingml/2006/main">
            <a:r>
              <a:t>권장 시간: 7분</a:t>
            </a:r>
          </a:p>
          <a:p xmlns:a="http://schemas.openxmlformats.org/drawingml/2006/main">
            <a:r>
              <a:t>진행자 실제 발화: “미래에서 현재로 가져온 10분은 어땠나요?” 했는지 못했는지를 평가하지 않겠습니다. 그 사이에 알아차린 작은 변화나 반복 하나만 골라 이야기해 주세요.</a:t>
            </a:r>
          </a:p>
          <a:p xmlns:a="http://schemas.openxmlformats.org/drawingml/2006/main">
            <a:r>
              <a:t>다음 질문: 그 경험에서 새롭게 알아차린 것은 무엇인가요?</a:t>
            </a:r>
          </a:p>
          <a:p xmlns:a="http://schemas.openxmlformats.org/drawingml/2006/main">
            <a:r>
              <a:t>참여자가 막혔을 때의 대체 질문: 특별한 변화가 없었다면 ‘그대로였던 것’ 하나를 말해도 됩니다.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이제 말로만 설명하지 않고 하나의 장면으로 들어가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W05-S06</a:t>
            </a:r>
          </a:p>
          <a:p xmlns:a="http://schemas.openxmlformats.org/drawingml/2006/main">
            <a:r>
              <a:t>목적: 짧은 내레이션으로 심리적 장면을 연다.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지금부터 짧은 장면을 읽겠습니다. 눈을 감을 필요는 없습니다. “원하는 장면과 오늘 사이에는 길이 있습니다. 길에는 장애물뿐 아니라 쉬는 자리와 도움을 요청할 장소도 필요합니다.” 떠오르는 만큼만 머물러 보겠습니다.</a:t>
            </a:r>
          </a:p>
          <a:p xmlns:a="http://schemas.openxmlformats.org/drawingml/2006/main">
            <a:r>
              <a:t>다음 질문: 이 장면에서 가장 먼저 눈에 들어오는 것은 무엇인가요?</a:t>
            </a:r>
          </a:p>
          <a:p xmlns:a="http://schemas.openxmlformats.org/drawingml/2006/main">
            <a:r>
              <a:t>참여자가 막혔을 때의 대체 질문: 장면이 떠오르지 않으면 날씨나 색 하나만 골라도 됩니다.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장면이 열렸다면 오늘의 그림 활동을 공개하겠습니다.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W05-S07</a:t>
            </a:r>
          </a:p>
          <a:p xmlns:a="http://schemas.openxmlformats.org/drawingml/2006/main">
            <a:r>
              <a:t>목적: 오늘의 그림 활동을 짧고 명확하게 공개한다.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오늘의 활동은 “현재와 미래 사이의 목표 이동 지도 그리기”입니다. 완성 예시를 따라 그리지 않고, 자신의 방식으로 시작합니다.</a:t>
            </a:r>
          </a:p>
          <a:p xmlns:a="http://schemas.openxmlformats.org/drawingml/2006/main">
            <a:r>
              <a:t>다음 질문: 이 활동을 어떤 거리와 방식으로 시작하고 싶나요?</a:t>
            </a:r>
          </a:p>
          <a:p xmlns:a="http://schemas.openxmlformats.org/drawingml/2006/main">
            <a:r>
              <a:t>참여자가 막혔을 때의 대체 질문: 사람이나 사물을 그리지 않고 선, 색, 거리만으로 표현한다면 무엇부터 시작할까요?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시작하기 전에 필요한 재료와 기록 자리를 확인하겠습니다.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W05-S08</a:t>
            </a:r>
          </a:p>
          <a:p xmlns:a="http://schemas.openxmlformats.org/drawingml/2006/main">
            <a:r>
              <a:t>목적: 스케치북, 색연필, 워크북 위치를 확인한다.</a:t>
            </a:r>
          </a:p>
          <a:p xmlns:a="http://schemas.openxmlformats.org/drawingml/2006/main">
            <a:r>
              <a:t>권장 시간: 2분</a:t>
            </a:r>
          </a:p>
          <a:p xmlns:a="http://schemas.openxmlformats.org/drawingml/2006/main">
            <a:r>
              <a:t>진행자 실제 발화: “스케치북 · 색연필 · 워크북을 준비합니다.” 스케치북은 그림을 위한 자리, 워크북은 말과 발견을 남기는 자리입니다. 준비되면 고개만 들어 주세요.</a:t>
            </a:r>
          </a:p>
          <a:p xmlns:a="http://schemas.openxmlformats.org/drawingml/2006/main">
            <a:r>
              <a:t>다음 질문: 그림과 기록 가운데 어느 것부터 시작하면 편안한가요?</a:t>
            </a:r>
          </a:p>
          <a:p xmlns:a="http://schemas.openxmlformats.org/drawingml/2006/main">
            <a:r>
              <a:t>참여자가 막혔을 때의 대체 질문: 지금 손에 먼저 잡고 싶은 재료 하나만 골라볼까요?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재료가 준비되면 표현 방법의 선택지를 짧게 안내하겠습니다.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W05-S09</a:t>
            </a:r>
          </a:p>
          <a:p xmlns:a="http://schemas.openxmlformats.org/drawingml/2006/main">
            <a:r>
              <a:t>목적: 그림의 구성 요소와 선택 가능한 표현 방식을 안내한다.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“출발점, 도착점, 장애물, 쉼, 도움과 재시작 지점을 표시합니다.” 여기에 나온 요소를 모두 넣을 필요는 없습니다. 글자, 기호, 색면, 선, 비어 있는 자리만 사용해도 좋습니다.</a:t>
            </a:r>
          </a:p>
          <a:p xmlns:a="http://schemas.openxmlformats.org/drawingml/2006/main">
            <a:r>
              <a:t>다음 질문: 여러 요소 중 지금 넣고 싶은 것 하나는 무엇인가요?</a:t>
            </a:r>
          </a:p>
          <a:p xmlns:a="http://schemas.openxmlformats.org/drawingml/2006/main">
            <a:r>
              <a:t>참여자가 막혔을 때의 대체 질문: 사람이나 사물을 그리지 않고 선, 색, 거리만으로 표현한다면 무엇부터 시작할까요?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이제 잘해야 한다는 부담을 내려놓는 한 문장을 기억하겠습니다.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W05-S10</a:t>
            </a:r>
          </a:p>
          <a:p xmlns:a="http://schemas.openxmlformats.org/drawingml/2006/main">
            <a:r>
              <a:t>목적: 완성도 부담을 낮추고 자기 속도를 허용한다.</a:t>
            </a:r>
          </a:p>
          <a:p xmlns:a="http://schemas.openxmlformats.org/drawingml/2006/main">
            <a:r>
              <a:t>권장 시간: 1분</a:t>
            </a:r>
          </a:p>
          <a:p xmlns:a="http://schemas.openxmlformats.org/drawingml/2006/main">
            <a:r>
              <a:t>진행자 실제 발화: “쉬는 자리도 길의 일부입니다.” 이 한 문장만 기억하고 각자의 속도로 시작하겠습니다. 잘 그렸는지는 오늘의 기준이 아닙니다.</a:t>
            </a:r>
          </a:p>
          <a:p xmlns:a="http://schemas.openxmlformats.org/drawingml/2006/main">
            <a:r>
              <a:t>다음 질문: 지금 가능한 만큼은 어느 정도인가요?</a:t>
            </a:r>
          </a:p>
          <a:p xmlns:a="http://schemas.openxmlformats.org/drawingml/2006/main">
            <a:r>
              <a:t>참여자가 막혔을 때의 대체 질문: 완성하지 않아도 괜찮다면 첫 표시를 어디에 남기고 싶나요?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각자의 속도로 그림 활동을 시작하겠습니다.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W05-S11</a:t>
            </a:r>
          </a:p>
          <a:p xmlns:a="http://schemas.openxmlformats.org/drawingml/2006/main">
            <a:r>
              <a:t>목적: 화면 자극을 낮추고 타이머만 제공한다.</a:t>
            </a:r>
          </a:p>
          <a:p xmlns:a="http://schemas.openxmlformats.org/drawingml/2006/main">
            <a:r>
              <a:t>권장 시간: 25분</a:t>
            </a:r>
          </a:p>
          <a:p xmlns:a="http://schemas.openxmlformats.org/drawingml/2006/main">
            <a:r>
              <a:t>진행자 실제 발화: “25 MIN / 그림을 시작합니다.” 지금부터 25분입니다. 처음 5분과 마지막 5분에만 시간을 안내하겠습니다. 질문이 있으면 손을 들어 주세요.</a:t>
            </a:r>
          </a:p>
          <a:p xmlns:a="http://schemas.openxmlformats.org/drawingml/2006/main">
            <a:r>
              <a:t>다음 질문: 지금 더 필요한 것은 시간, 거리, 재료, 휴식 중 무엇인가요?</a:t>
            </a:r>
          </a:p>
          <a:p xmlns:a="http://schemas.openxmlformats.org/drawingml/2006/main">
            <a:r>
              <a:t>참여자가 막혔을 때의 대체 질문: 지금은 그리지 않고 잠시 바라보거나 한 단어만 적어도 괜찮습니다.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손을 멈춘 뒤, 수정하기 전에 먼저 작품을 바라보겠습니다.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W05-S12</a:t>
            </a:r>
          </a:p>
          <a:p xmlns:a="http://schemas.openxmlformats.org/drawingml/2006/main">
            <a:r>
              <a:t>목적: 수정 전에 작품을 있는 그대로 바라보게 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“그림을 바꾸기 전에 먼저 그대로 바라봅니다.” 바로 의미를 정하지 말고, 먼저 실제로 보이는 것과 지금 느껴지는 것을 구분해 천천히 살펴보겠습니다.</a:t>
            </a:r>
          </a:p>
          <a:p xmlns:a="http://schemas.openxmlformats.org/drawingml/2006/main">
            <a:r>
              <a:t>다음 질문: 설명하지 않고 보이는 사실만 말하면 무엇이 있나요?</a:t>
            </a:r>
          </a:p>
          <a:p xmlns:a="http://schemas.openxmlformats.org/drawingml/2006/main">
            <a:r>
              <a:t>참여자가 막혔을 때의 대체 질문: 무엇이 보이는지 말하기 어렵다면 가장 진한 곳, 빈 곳, 시선이 머무는 곳 중 하나를 골라보세요.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이제 보이는 사실을 붙잡는 질문 하나로 시선을 좁혀보겠습니다.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W05-S13</a:t>
            </a:r>
          </a:p>
          <a:p xmlns:a="http://schemas.openxmlformats.org/drawingml/2006/main">
            <a:r>
              <a:t>목적: 해석이 아닌 보이는 요소를 언어화한다.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“가장 어려운 구간과 다시 시작할 수 있는 지점은 어디인가요?” 바로 의미를 정하지 말고, 먼저 실제로 보이는 것과 지금 느껴지는 것을 구분해 천천히 살펴보겠습니다.</a:t>
            </a:r>
          </a:p>
          <a:p xmlns:a="http://schemas.openxmlformats.org/drawingml/2006/main">
            <a:r>
              <a:t>다음 질문: 설명하지 않고 보이는 사실만 말하면 무엇이 있나요?</a:t>
            </a:r>
          </a:p>
          <a:p xmlns:a="http://schemas.openxmlformats.org/drawingml/2006/main">
            <a:r>
              <a:t>참여자가 막혔을 때의 대체 질문: 무엇이 보이는지 말하기 어렵다면 가장 진한 곳, 빈 곳, 시선이 머무는 곳 중 하나를 골라보세요.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보이는 것을 확인했으니 그림 속 목소리를 한 문장으로 들어보겠습니다.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W05-S14</a:t>
            </a:r>
          </a:p>
          <a:p xmlns:a="http://schemas.openxmlformats.org/drawingml/2006/main">
            <a:r>
              <a:t>목적: 그림 속 주인공의 1인칭 목소리를 끌어낸다.</a:t>
            </a:r>
          </a:p>
          <a:p xmlns:a="http://schemas.openxmlformats.org/drawingml/2006/main">
            <a:r>
              <a:t>권장 시간: 10분</a:t>
            </a:r>
          </a:p>
          <a:p xmlns:a="http://schemas.openxmlformats.org/drawingml/2006/main">
            <a:r>
              <a:t>진행자 실제 발화: “길 위의 내가 한 문장을 말한다면 뭐라고 할까요?” 완벽한 문장일 필요는 없습니다. 그림 속 존재가 지금 말하는 것처럼 1인칭 한 문장으로 들려주세요.</a:t>
            </a:r>
          </a:p>
          <a:p xmlns:a="http://schemas.openxmlformats.org/drawingml/2006/main">
            <a:r>
              <a:t>다음 질문: 그 문장을 ‘나는…’으로 시작하면 어떻게 들리나요?</a:t>
            </a:r>
          </a:p>
          <a:p xmlns:a="http://schemas.openxmlformats.org/drawingml/2006/main">
            <a:r>
              <a:t>참여자가 막혔을 때의 대체 질문: 문장 대신 한 단어, 소리, 또는 말하지 않기를 선택해도 됩니다.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그 목소리가 지켜온 것과 지금 필요한 것을 함께 살펴보겠습니다.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W05-S15</a:t>
            </a:r>
          </a:p>
          <a:p xmlns:a="http://schemas.openxmlformats.org/drawingml/2006/main">
            <a:r>
              <a:t>목적: 욕구·두려움·보호방식·대가를 구조화한다.</a:t>
            </a:r>
          </a:p>
          <a:p xmlns:a="http://schemas.openxmlformats.org/drawingml/2006/main">
            <a:r>
              <a:t>권장 시간: 10분</a:t>
            </a:r>
          </a:p>
          <a:p xmlns:a="http://schemas.openxmlformats.org/drawingml/2006/main">
            <a:r>
              <a:t>진행자 실제 발화: “익숙한 반복은 무엇으로부터 나를 지켰고 지금 무엇을 방해하나요?” 제가 의미를 정하지 않겠습니다. 당신이 고른 단어를 중심으로, 지켜준 점과 지금 필요한 점을 함께 보겠습니다.</a:t>
            </a:r>
          </a:p>
          <a:p xmlns:a="http://schemas.openxmlformats.org/drawingml/2006/main">
            <a:r>
              <a:t>다음 질문: 그 방식이 지켜준 것과 지금 치르는 대가는 각각 무엇인가요?</a:t>
            </a:r>
          </a:p>
          <a:p xmlns:a="http://schemas.openxmlformats.org/drawingml/2006/main">
            <a:r>
              <a:t>참여자가 막혔을 때의 대체 질문: 욕구가 어렵다면 ‘더 가까이/더 멀리/그대로’ 중 어디에 가까운가요?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정답을 만들지 않고, 들은 핵심을 소그룹에서 반영해 보겠습니다.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W05-S16</a:t>
            </a:r>
          </a:p>
          <a:p xmlns:a="http://schemas.openxmlformats.org/drawingml/2006/main">
            <a:r>
              <a:t>목적: 조언·평가·대리 해석을 막고 반영 중심으로 나눈다.</a:t>
            </a:r>
          </a:p>
          <a:p xmlns:a="http://schemas.openxmlformats.org/drawingml/2006/main">
            <a:r>
              <a:t>권장 시간: 15분</a:t>
            </a:r>
          </a:p>
          <a:p xmlns:a="http://schemas.openxmlformats.org/drawingml/2006/main">
            <a:r>
              <a:t>진행자 실제 발화: “2인 나눔 / 행동을 더 작고 구체적으로 줄여봅니다.” 듣는 사람은 조언하거나 해석하지 않습니다. ‘제가 들은 핵심은…’으로 한 번만 반영해 주세요.</a:t>
            </a:r>
          </a:p>
          <a:p xmlns:a="http://schemas.openxmlformats.org/drawingml/2006/main">
            <a:r>
              <a:t>다음 질문: 상대의 말에서 그대로 되돌려 주고 싶은 핵심 단어는 무엇인가요?</a:t>
            </a:r>
          </a:p>
          <a:p xmlns:a="http://schemas.openxmlformats.org/drawingml/2006/main">
            <a:r>
              <a:t>참여자가 막혔을 때의 대체 질문: 설명 대신 작품에서 소개하고 싶은 부분 하나만 가리켜도 됩니다.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소그룹에서 나온 문장 가운데 전체와 나누고 싶은 것을 선택하겠습니다.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W05-S17</a:t>
            </a:r>
          </a:p>
          <a:p xmlns:a="http://schemas.openxmlformats.org/drawingml/2006/main">
            <a:r>
              <a:t>목적: 회기의 핵심 문장을 전체 장면으로 통합한다.</a:t>
            </a:r>
          </a:p>
          <a:p xmlns:a="http://schemas.openxmlformats.org/drawingml/2006/main">
            <a:r>
              <a:t>권장 시간: 8분</a:t>
            </a:r>
          </a:p>
          <a:p xmlns:a="http://schemas.openxmlformats.org/drawingml/2006/main">
            <a:r>
              <a:t>진행자 실제 발화: “이 행동을 15분 안에 시작할 수 있는지 확인합니다.” 모두가 말할 필요는 없습니다. 나누고 싶은 분의 문장 두세 개만 받고, 서로 다른 표현을 그대로 두겠습니다.</a:t>
            </a:r>
          </a:p>
          <a:p xmlns:a="http://schemas.openxmlformats.org/drawingml/2006/main">
            <a:r>
              <a:t>다음 질문: 오늘의 여러 문장 사이에서 공통으로 남는 것은 무엇인가요?</a:t>
            </a:r>
          </a:p>
          <a:p xmlns:a="http://schemas.openxmlformats.org/drawingml/2006/main">
            <a:r>
              <a:t>참여자가 막혔을 때의 대체 질문: 전체 이야기가 어렵다면 오늘 남기고 싶은 단어 하나만 골라도 됩니다.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오늘의 발견을 생활에서 확인할 수 있는 작은 행동으로 옮기겠습니다.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W05-S18</a:t>
            </a:r>
          </a:p>
          <a:p xmlns:a="http://schemas.openxmlformats.org/drawingml/2006/main">
            <a:r>
              <a:t>목적: 생활 속 관찰이나 작게 실행할 행동으로 번역한다.</a:t>
            </a:r>
          </a:p>
          <a:p xmlns:a="http://schemas.openxmlformats.org/drawingml/2006/main">
            <a:r>
              <a:t>권장 시간: 5분</a:t>
            </a:r>
          </a:p>
          <a:p xmlns:a="http://schemas.openxmlformats.org/drawingml/2006/main">
            <a:r>
              <a:t>진행자 실제 발화: “15분 이내로 시작할 수 있는 7일 행동 실험을 실행합니다.” 크게 바꾸기보다 실제 생활에서 확인할 수 있는 가장 작은 행동과 다시 시작하는 방법을 정하겠습니다.</a:t>
            </a:r>
          </a:p>
          <a:p xmlns:a="http://schemas.openxmlformats.org/drawingml/2006/main">
            <a:r>
              <a:t>다음 질문: 이 행동을 가장 작게 시작한다면 언제 무엇을 하면 될까요?</a:t>
            </a:r>
          </a:p>
          <a:p xmlns:a="http://schemas.openxmlformats.org/drawingml/2006/main">
            <a:r>
              <a:t>참여자가 막혔을 때의 대체 질문: 행동 대신 ‘멈출 것 하나’ 또는 ‘도움을 요청할 사람 하나’를 정해도 됩니다.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마지막으로 자신의 언어로 회기를 닫는 문장을 완성하겠습니다.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SLIDE_ID: W05-S19</a:t>
            </a:r>
          </a:p>
          <a:p xmlns:a="http://schemas.openxmlformats.org/drawingml/2006/main">
            <a:r>
              <a:t>목적: 발화자가 완성한 문장으로 회기를 닫는다.</a:t>
            </a:r>
          </a:p>
          <a:p xmlns:a="http://schemas.openxmlformats.org/drawingml/2006/main">
            <a:r>
              <a:t>권장 시간: 6분</a:t>
            </a:r>
          </a:p>
          <a:p xmlns:a="http://schemas.openxmlformats.org/drawingml/2006/main">
            <a:r>
              <a:t>진행자 실제 발화: “이번 주 5% 다르게 선택할 행동은 ______이다.” 빈칸은 자신의 단어로 완성합니다. 원한다면 직접 읽고, 읽지 않고 기록만 남겨도 괜찮습니다.</a:t>
            </a:r>
          </a:p>
          <a:p xmlns:a="http://schemas.openxmlformats.org/drawingml/2006/main">
            <a:r>
              <a:t>다음 질문: 이 문장을 오늘의 나에게 어떤 목소리로 들려주고 싶나요?</a:t>
            </a:r>
          </a:p>
          <a:p xmlns:a="http://schemas.openxmlformats.org/drawingml/2006/main">
            <a:r>
              <a:t>참여자가 막혔을 때의 대체 질문: 빈칸을 채우지 않고 지금 남은 느낌만 표시해도 괜찮습니다.</a:t>
            </a:r>
          </a:p>
          <a:p xmlns:a="http://schemas.openxmlformats.org/drawingml/2006/main">
            <a:r>
              <a:t>정서 반응이 커졌을 때의 대응: 큰 결심이나 완벽한 계획으로 몰지 않는다. 행동을 줄이고 실패 후 재시작 규칙을 함께 설계한다. 질문과 해석을 멈추고 현재 장소와 시간을 확인한다. 발바닥·의자·주변의 색을 느끼게 한 뒤, 물 마시기·자리 이동·잠시 쉬기 중에서 참여자가 선택하게 한다. 계속 참여할지 스스로 고르게 하고, 구체적 위험 표현이 있으면 합의된 전문 지원 절차로 연결한다.</a:t>
            </a:r>
          </a:p>
          <a:p xmlns:a="http://schemas.openxmlformats.org/drawingml/2006/main">
            <a:r>
              <a:t>워크북 코드: WB-W05</a:t>
            </a:r>
          </a:p>
          <a:p xmlns:a="http://schemas.openxmlformats.org/drawingml/2006/main">
            <a:r>
              <a:t>다음 슬라이드 전환 문장: 오늘의 문장을 자신의 기록으로 남기고, 서두르지 않고 회기를 마치겠습니다.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소스팩: SLIDE_MANIFEST_114.csv / W05 주차 대본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2aef8908b44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d5aa73d1f54a10" /><Relationship Type="http://schemas.openxmlformats.org/officeDocument/2006/relationships/slideLayout" Target="/ppt/slideLayouts/slideLayout1.xml" Id="Ra6a154d54b924b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a154d54b924b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faf7781874a64" /><Relationship Type="http://schemas.openxmlformats.org/officeDocument/2006/relationships/notesSlide" Target="/ppt/notesSlides/notesSlide1.xml" Id="R4de6c194e8dc48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6d05353b84797" /><Relationship Type="http://schemas.openxmlformats.org/officeDocument/2006/relationships/notesSlide" Target="/ppt/notesSlides/notesSlide2.xml" Id="Re838109232ee4d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947417efe46fc" /><Relationship Type="http://schemas.openxmlformats.org/officeDocument/2006/relationships/notesSlide" Target="/ppt/notesSlides/notesSlide3.xml" Id="R4dc047ee3a204d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373e7c2794c86" /><Relationship Type="http://schemas.openxmlformats.org/officeDocument/2006/relationships/notesSlide" Target="/ppt/notesSlides/notesSlide4.xml" Id="Rc54675f24dbc41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8cb3c2f464e9e" /><Relationship Type="http://schemas.openxmlformats.org/officeDocument/2006/relationships/notesSlide" Target="/ppt/notesSlides/notesSlide5.xml" Id="R2d91078eab5941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f4390aedf440b" /><Relationship Type="http://schemas.openxmlformats.org/officeDocument/2006/relationships/notesSlide" Target="/ppt/notesSlides/notesSlide6.xml" Id="R7234f5fbef9345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82d7c0ae4437a" /><Relationship Type="http://schemas.openxmlformats.org/officeDocument/2006/relationships/notesSlide" Target="/ppt/notesSlides/notesSlide7.xml" Id="R7b22ae5b7dd345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f4bc11d4349a4" /><Relationship Type="http://schemas.openxmlformats.org/officeDocument/2006/relationships/notesSlide" Target="/ppt/notesSlides/notesSlide8.xml" Id="Rc701fa00295b42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9b9af319c4b36" /><Relationship Type="http://schemas.openxmlformats.org/officeDocument/2006/relationships/notesSlide" Target="/ppt/notesSlides/notesSlide9.xml" Id="R4c160edefcb54b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dd5eb54ee4bf9" /><Relationship Type="http://schemas.openxmlformats.org/officeDocument/2006/relationships/notesSlide" Target="/ppt/notesSlides/notesSlide10.xml" Id="R8a6121e36f7e43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6086e99bd4527" /><Relationship Type="http://schemas.openxmlformats.org/officeDocument/2006/relationships/notesSlide" Target="/ppt/notesSlides/notesSlide11.xml" Id="Refd38beba20d41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f3430ffc042fc" /><Relationship Type="http://schemas.openxmlformats.org/officeDocument/2006/relationships/notesSlide" Target="/ppt/notesSlides/notesSlide12.xml" Id="R8d705a4bb6364a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b48519625419a" /><Relationship Type="http://schemas.openxmlformats.org/officeDocument/2006/relationships/notesSlide" Target="/ppt/notesSlides/notesSlide13.xml" Id="R9d0fcd52839e4d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05267702148ed" /><Relationship Type="http://schemas.openxmlformats.org/officeDocument/2006/relationships/notesSlide" Target="/ppt/notesSlides/notesSlide14.xml" Id="R28050908354f458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e2c4db4ff4ad2" /><Relationship Type="http://schemas.openxmlformats.org/officeDocument/2006/relationships/notesSlide" Target="/ppt/notesSlides/notesSlide15.xml" Id="Rfe73887f380649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7f707f95842c6" /><Relationship Type="http://schemas.openxmlformats.org/officeDocument/2006/relationships/notesSlide" Target="/ppt/notesSlides/notesSlide16.xml" Id="Rcbd1d44ab2e64b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c7d3138364430" /><Relationship Type="http://schemas.openxmlformats.org/officeDocument/2006/relationships/notesSlide" Target="/ppt/notesSlides/notesSlide17.xml" Id="R68a98a27c7ba474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d60554d8b43ee" /><Relationship Type="http://schemas.openxmlformats.org/officeDocument/2006/relationships/notesSlide" Target="/ppt/notesSlides/notesSlide18.xml" Id="Rfe74bbb9a3a647a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7c3b716404c6c" /><Relationship Type="http://schemas.openxmlformats.org/officeDocument/2006/relationships/notesSlide" Target="/ppt/notesSlides/notesSlide19.xml" Id="R0e66a1f6202f42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01-week">
            <a:extLst xmlns:a="http://schemas.openxmlformats.org/drawingml/2006/main">
              <a:ext uri="{FF2B5EF4-FFF2-40B4-BE49-F238E27FC236}">
                <a16:creationId xmlns:a16="http://schemas.microsoft.com/office/drawing/2014/main" id="{E542DC4A-1FFD-4AD5-91DE-1D460B0A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  /  01</a:t>
            </a:r>
          </a:p>
        </p:txBody>
      </p:sp>
      <p:sp>
        <p:nvSpPr>
          <p:cNvPr id="2" name="W05-S01-label">
            <a:extLst xmlns:a="http://schemas.openxmlformats.org/drawingml/2006/main">
              <a:ext uri="{FF2B5EF4-FFF2-40B4-BE49-F238E27FC236}">
                <a16:creationId xmlns:a16="http://schemas.microsoft.com/office/drawing/2014/main" id="{40E8F282-7812-45A1-82B5-86017C47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주차 타이틀</a:t>
            </a:r>
          </a:p>
        </p:txBody>
      </p:sp>
      <p:sp>
        <p:nvSpPr>
          <p:cNvPr id="3" name="W05-S01-brand">
            <a:extLst xmlns:a="http://schemas.openxmlformats.org/drawingml/2006/main">
              <a:ext uri="{FF2B5EF4-FFF2-40B4-BE49-F238E27FC236}">
                <a16:creationId xmlns:a16="http://schemas.microsoft.com/office/drawing/2014/main" id="{CDC12AF4-F3CB-4502-8F2F-355B8FAA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01-id">
            <a:extLst xmlns:a="http://schemas.openxmlformats.org/drawingml/2006/main">
              <a:ext uri="{FF2B5EF4-FFF2-40B4-BE49-F238E27FC236}">
                <a16:creationId xmlns:a16="http://schemas.microsoft.com/office/drawing/2014/main" id="{89C2AB0E-DC23-48B4-AC53-9916BE6B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W05-S01</a:t>
            </a:r>
          </a:p>
        </p:txBody>
      </p:sp>
      <p:sp>
        <p:nvSpPr>
          <p:cNvPr id="5" name="W05-S01-giant-week">
            <a:extLst xmlns:a="http://schemas.openxmlformats.org/drawingml/2006/main">
              <a:ext uri="{FF2B5EF4-FFF2-40B4-BE49-F238E27FC236}">
                <a16:creationId xmlns:a16="http://schemas.microsoft.com/office/drawing/2014/main" id="{6CDC0101-1381-4C20-9E60-93310DF9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0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1650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W05</a:t>
            </a:r>
          </a:p>
        </p:txBody>
      </p:sp>
      <p:sp>
        <p:nvSpPr>
          <p:cNvPr id="6" name="W05-S01-title-rule">
            <a:extLst xmlns:a="http://schemas.openxmlformats.org/drawingml/2006/main">
              <a:ext uri="{FF2B5EF4-FFF2-40B4-BE49-F238E27FC236}">
                <a16:creationId xmlns:a16="http://schemas.microsoft.com/office/drawing/2014/main" id="{6DE0C26B-4341-4381-9475-0A2F7276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638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7" name="W05-S01-body">
            <a:extLst xmlns:a="http://schemas.openxmlformats.org/drawingml/2006/main">
              <a:ext uri="{FF2B5EF4-FFF2-40B4-BE49-F238E27FC236}">
                <a16:creationId xmlns:a16="http://schemas.microsoft.com/office/drawing/2014/main" id="{D644A2A4-65DD-4538-B2F2-A8F1575F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14382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7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7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W05 / 바라는 장면을 행동으로 옮기기</a:t>
            </a:r>
          </a:p>
        </p:txBody>
      </p:sp>
      <p:sp>
        <p:nvSpPr>
          <p:cNvPr id="8" name="W05-S01-prompt">
            <a:extLst xmlns:a="http://schemas.openxmlformats.org/drawingml/2006/main">
              <a:ext uri="{FF2B5EF4-FFF2-40B4-BE49-F238E27FC236}">
                <a16:creationId xmlns:a16="http://schemas.microsoft.com/office/drawing/2014/main" id="{9758DFE4-3C92-47A0-8BE7-B24A242B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962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ARRIVE  ·  DRAW  ·  READ  ·  CONNECT</a:t>
            </a:r>
          </a:p>
        </p:txBody>
      </p:sp>
      <p:sp>
        <p:nvSpPr>
          <p:cNvPr id="9" name="W05-S01-circle">
            <a:extLst xmlns:a="http://schemas.openxmlformats.org/drawingml/2006/main">
              <a:ext uri="{FF2B5EF4-FFF2-40B4-BE49-F238E27FC236}">
                <a16:creationId xmlns:a16="http://schemas.microsoft.com/office/drawing/2014/main" id="{F1760A6E-7276-4AFF-B457-F5C947D9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7239000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1828"/>
            </a:solidFill>
            <a:prstDash val="solid"/>
          </a:ln>
        </p:spPr>
      </p:sp>
      <p:sp>
        <p:nvSpPr>
          <p:cNvPr id="10" name="W05-S01-circle-line">
            <a:extLst xmlns:a="http://schemas.openxmlformats.org/drawingml/2006/main">
              <a:ext uri="{FF2B5EF4-FFF2-40B4-BE49-F238E27FC236}">
                <a16:creationId xmlns:a16="http://schemas.microsoft.com/office/drawing/2014/main" id="{41748C84-5151-489B-BBCC-1A811AF4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7096125"/>
            <a:ext cx="285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29331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02-week">
            <a:extLst xmlns:a="http://schemas.openxmlformats.org/drawingml/2006/main">
              <a:ext uri="{FF2B5EF4-FFF2-40B4-BE49-F238E27FC236}">
                <a16:creationId xmlns:a16="http://schemas.microsoft.com/office/drawing/2014/main" id="{AA78A0CB-950D-47E2-A49A-EBF201F0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  /  02</a:t>
            </a:r>
          </a:p>
        </p:txBody>
      </p:sp>
      <p:sp>
        <p:nvSpPr>
          <p:cNvPr id="2" name="W05-S02-label">
            <a:extLst xmlns:a="http://schemas.openxmlformats.org/drawingml/2006/main">
              <a:ext uri="{FF2B5EF4-FFF2-40B4-BE49-F238E27FC236}">
                <a16:creationId xmlns:a16="http://schemas.microsoft.com/office/drawing/2014/main" id="{13764EB6-DE22-45F3-97D0-FAD31737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오늘의 장면</a:t>
            </a:r>
          </a:p>
        </p:txBody>
      </p:sp>
      <p:sp>
        <p:nvSpPr>
          <p:cNvPr id="3" name="W05-S02-brand">
            <a:extLst xmlns:a="http://schemas.openxmlformats.org/drawingml/2006/main">
              <a:ext uri="{FF2B5EF4-FFF2-40B4-BE49-F238E27FC236}">
                <a16:creationId xmlns:a16="http://schemas.microsoft.com/office/drawing/2014/main" id="{03FC6519-D4B7-47CA-ACB4-6B0F0418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02-id">
            <a:extLst xmlns:a="http://schemas.openxmlformats.org/drawingml/2006/main">
              <a:ext uri="{FF2B5EF4-FFF2-40B4-BE49-F238E27FC236}">
                <a16:creationId xmlns:a16="http://schemas.microsoft.com/office/drawing/2014/main" id="{9000F245-CF6B-4B0E-820C-016EA9AF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W05-S02</a:t>
            </a:r>
          </a:p>
        </p:txBody>
      </p:sp>
      <p:sp>
        <p:nvSpPr>
          <p:cNvPr id="5" name="W05-S02-backword">
            <a:extLst xmlns:a="http://schemas.openxmlformats.org/drawingml/2006/main">
              <a:ext uri="{FF2B5EF4-FFF2-40B4-BE49-F238E27FC236}">
                <a16:creationId xmlns:a16="http://schemas.microsoft.com/office/drawing/2014/main" id="{718CDA5D-644B-4321-9A31-8FAF7F33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76375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5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0" b="1">
                <a:solidFill>
                  <a:srgbClr val="D16D4F">
                    <a:alpha val="25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12750" b="1">
                <a:solidFill>
                  <a:srgbClr val="D16D4F">
                    <a:alpha val="25000"/>
                  </a:srgbClr>
                </a:solidFill>
                <a:latin typeface="Noto Sans KR"/>
                <a:ea typeface="Noto Sans KR"/>
                <a:cs typeface="Noto Sans KR"/>
              </a:rPr>
              <a:t>SCENE</a:t>
            </a:r>
          </a:p>
        </p:txBody>
      </p:sp>
      <p:sp>
        <p:nvSpPr>
          <p:cNvPr id="6" name="W05-S02-accent">
            <a:extLst xmlns:a="http://schemas.openxmlformats.org/drawingml/2006/main">
              <a:ext uri="{FF2B5EF4-FFF2-40B4-BE49-F238E27FC236}">
                <a16:creationId xmlns:a16="http://schemas.microsoft.com/office/drawing/2014/main" id="{234DB160-45A7-4640-814D-0D03AE42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0955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7" name="W05-S02-body">
            <a:extLst xmlns:a="http://schemas.openxmlformats.org/drawingml/2006/main">
              <a:ext uri="{FF2B5EF4-FFF2-40B4-BE49-F238E27FC236}">
                <a16:creationId xmlns:a16="http://schemas.microsoft.com/office/drawing/2014/main" id="{63E7A9CD-68DC-4786-A263-F0ECD481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13525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67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원하는 장면과 오늘 사이에 길을 놓습니다.</a:t>
            </a:r>
          </a:p>
        </p:txBody>
      </p:sp>
      <p:sp>
        <p:nvSpPr>
          <p:cNvPr id="8" name="W05-S02-pause">
            <a:extLst xmlns:a="http://schemas.openxmlformats.org/drawingml/2006/main">
              <a:ext uri="{FF2B5EF4-FFF2-40B4-BE49-F238E27FC236}">
                <a16:creationId xmlns:a16="http://schemas.microsoft.com/office/drawing/2014/main" id="{AD75BE80-5DD0-4FA0-93EF-998D4EA8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2390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잠시 머물러 봅니다.</a:t>
            </a:r>
          </a:p>
        </p:txBody>
      </p:sp>
    </p:spTree>
    <p:extLst>
      <p:ext uri="{BB962C8B-B14F-4D97-AF65-F5344CB8AC3E}">
        <p14:creationId xmlns:p14="http://schemas.microsoft.com/office/powerpoint/2010/main" val="1031886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03-week">
            <a:extLst xmlns:a="http://schemas.openxmlformats.org/drawingml/2006/main">
              <a:ext uri="{FF2B5EF4-FFF2-40B4-BE49-F238E27FC236}">
                <a16:creationId xmlns:a16="http://schemas.microsoft.com/office/drawing/2014/main" id="{A081F1E4-FF37-4DB3-8A84-3884A67B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  /  03</a:t>
            </a:r>
          </a:p>
        </p:txBody>
      </p:sp>
      <p:sp>
        <p:nvSpPr>
          <p:cNvPr id="2" name="W05-S03-label">
            <a:extLst xmlns:a="http://schemas.openxmlformats.org/drawingml/2006/main">
              <a:ext uri="{FF2B5EF4-FFF2-40B4-BE49-F238E27FC236}">
                <a16:creationId xmlns:a16="http://schemas.microsoft.com/office/drawing/2014/main" id="{FD322787-9FB4-4C5A-8E36-EAFA4F12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현재 상태 한 단어</a:t>
            </a:r>
          </a:p>
        </p:txBody>
      </p:sp>
      <p:sp>
        <p:nvSpPr>
          <p:cNvPr id="3" name="W05-S03-brand">
            <a:extLst xmlns:a="http://schemas.openxmlformats.org/drawingml/2006/main">
              <a:ext uri="{FF2B5EF4-FFF2-40B4-BE49-F238E27FC236}">
                <a16:creationId xmlns:a16="http://schemas.microsoft.com/office/drawing/2014/main" id="{B132C435-6069-4654-BCBA-CDA07208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03-id">
            <a:extLst xmlns:a="http://schemas.openxmlformats.org/drawingml/2006/main">
              <a:ext uri="{FF2B5EF4-FFF2-40B4-BE49-F238E27FC236}">
                <a16:creationId xmlns:a16="http://schemas.microsoft.com/office/drawing/2014/main" id="{AC31DB41-B20B-495E-B9E3-0497AD3D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W05-S03</a:t>
            </a:r>
          </a:p>
        </p:txBody>
      </p:sp>
      <p:sp>
        <p:nvSpPr>
          <p:cNvPr id="5" name="W05-S03-q">
            <a:extLst xmlns:a="http://schemas.openxmlformats.org/drawingml/2006/main">
              <a:ext uri="{FF2B5EF4-FFF2-40B4-BE49-F238E27FC236}">
                <a16:creationId xmlns:a16="http://schemas.microsoft.com/office/drawing/2014/main" id="{5CBD6919-2517-47EC-B64F-B46841A6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14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Q.</a:t>
            </a:r>
          </a:p>
        </p:txBody>
      </p:sp>
      <p:sp>
        <p:nvSpPr>
          <p:cNvPr id="6" name="W05-S03-body">
            <a:extLst xmlns:a="http://schemas.openxmlformats.org/drawingml/2006/main">
              <a:ext uri="{FF2B5EF4-FFF2-40B4-BE49-F238E27FC236}">
                <a16:creationId xmlns:a16="http://schemas.microsoft.com/office/drawing/2014/main" id="{50576FDB-6B67-49F6-B8FF-C009E8A8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3239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지금의 감정과 몸의 상태를 한 단어로 적어주세요.</a:t>
            </a:r>
          </a:p>
        </p:txBody>
      </p:sp>
      <p:sp>
        <p:nvSpPr>
          <p:cNvPr id="7" name="W05-S03-under">
            <a:extLst xmlns:a="http://schemas.openxmlformats.org/drawingml/2006/main">
              <a:ext uri="{FF2B5EF4-FFF2-40B4-BE49-F238E27FC236}">
                <a16:creationId xmlns:a16="http://schemas.microsoft.com/office/drawing/2014/main" id="{66BE2341-3088-4029-B9E9-11BF1145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52475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8" name="W05-S03-cue">
            <a:extLst xmlns:a="http://schemas.openxmlformats.org/drawingml/2006/main">
              <a:ext uri="{FF2B5EF4-FFF2-40B4-BE49-F238E27FC236}">
                <a16:creationId xmlns:a16="http://schemas.microsoft.com/office/drawing/2014/main" id="{66613B86-24F4-4EEF-B4C4-B864302C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90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보이는 것부터, 자신의 언어로.</a:t>
            </a:r>
          </a:p>
        </p:txBody>
      </p:sp>
    </p:spTree>
    <p:extLst>
      <p:ext uri="{BB962C8B-B14F-4D97-AF65-F5344CB8AC3E}">
        <p14:creationId xmlns:p14="http://schemas.microsoft.com/office/powerpoint/2010/main" val="2652932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04-week">
            <a:extLst xmlns:a="http://schemas.openxmlformats.org/drawingml/2006/main">
              <a:ext uri="{FF2B5EF4-FFF2-40B4-BE49-F238E27FC236}">
                <a16:creationId xmlns:a16="http://schemas.microsoft.com/office/drawing/2014/main" id="{78FF2327-2CE6-4D59-9D14-87CB82F4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W05  /  04</a:t>
            </a:r>
          </a:p>
        </p:txBody>
      </p:sp>
      <p:sp>
        <p:nvSpPr>
          <p:cNvPr id="2" name="W05-S04-label">
            <a:extLst xmlns:a="http://schemas.openxmlformats.org/drawingml/2006/main">
              <a:ext uri="{FF2B5EF4-FFF2-40B4-BE49-F238E27FC236}">
                <a16:creationId xmlns:a16="http://schemas.microsoft.com/office/drawing/2014/main" id="{1B3DB0C7-AB91-4C06-B387-20877601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참여 선택권</a:t>
            </a:r>
          </a:p>
        </p:txBody>
      </p:sp>
      <p:sp>
        <p:nvSpPr>
          <p:cNvPr id="3" name="W05-S04-brand">
            <a:extLst xmlns:a="http://schemas.openxmlformats.org/drawingml/2006/main">
              <a:ext uri="{FF2B5EF4-FFF2-40B4-BE49-F238E27FC236}">
                <a16:creationId xmlns:a16="http://schemas.microsoft.com/office/drawing/2014/main" id="{148EB543-EF85-4F52-B4C6-520F8C8F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04-id">
            <a:extLst xmlns:a="http://schemas.openxmlformats.org/drawingml/2006/main">
              <a:ext uri="{FF2B5EF4-FFF2-40B4-BE49-F238E27FC236}">
                <a16:creationId xmlns:a16="http://schemas.microsoft.com/office/drawing/2014/main" id="{F6C44D29-1939-4093-91EC-416EBD3B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W05-S04</a:t>
            </a:r>
          </a:p>
        </p:txBody>
      </p:sp>
      <p:sp>
        <p:nvSpPr>
          <p:cNvPr id="5" name="W05-S04-choice">
            <a:extLst xmlns:a="http://schemas.openxmlformats.org/drawingml/2006/main">
              <a:ext uri="{FF2B5EF4-FFF2-40B4-BE49-F238E27FC236}">
                <a16:creationId xmlns:a16="http://schemas.microsoft.com/office/drawing/2014/main" id="{41FD969F-1E97-477E-849C-4A4A10E5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52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0" b="1">
                <a:solidFill>
                  <a:srgbClr val="D16D4F">
                    <a:alpha val="35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12000" b="1">
                <a:solidFill>
                  <a:srgbClr val="D16D4F">
                    <a:alpha val="35000"/>
                  </a:srgbClr>
                </a:solidFill>
                <a:latin typeface="Noto Sans KR"/>
                <a:ea typeface="Noto Sans KR"/>
                <a:cs typeface="Noto Sans KR"/>
              </a:rPr>
              <a:t>CHOICE</a:t>
            </a:r>
          </a:p>
        </p:txBody>
      </p:sp>
      <p:sp>
        <p:nvSpPr>
          <p:cNvPr id="6" name="W05-S04-body">
            <a:extLst xmlns:a="http://schemas.openxmlformats.org/drawingml/2006/main">
              <a:ext uri="{FF2B5EF4-FFF2-40B4-BE49-F238E27FC236}">
                <a16:creationId xmlns:a16="http://schemas.microsoft.com/office/drawing/2014/main" id="{8481D5F6-9F86-4021-A5DD-38F79095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5621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말하지 않아도, 질문을 건너뛰어도, 잠시 쉬어가도 괜찮습니다.</a:t>
            </a:r>
          </a:p>
        </p:txBody>
      </p:sp>
      <p:sp>
        <p:nvSpPr>
          <p:cNvPr id="7" name="W05-S04-opt-rule-0">
            <a:extLst xmlns:a="http://schemas.openxmlformats.org/drawingml/2006/main">
              <a:ext uri="{FF2B5EF4-FFF2-40B4-BE49-F238E27FC236}">
                <a16:creationId xmlns:a16="http://schemas.microsoft.com/office/drawing/2014/main" id="{E3F015C4-8B85-40EF-A912-A4F08D02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8" name="W05-S04-opt-0">
            <a:extLst xmlns:a="http://schemas.openxmlformats.org/drawingml/2006/main">
              <a:ext uri="{FF2B5EF4-FFF2-40B4-BE49-F238E27FC236}">
                <a16:creationId xmlns:a16="http://schemas.microsoft.com/office/drawing/2014/main" id="{4F872565-485A-42B9-AFBC-26022274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말하지 않기</a:t>
            </a:r>
          </a:p>
        </p:txBody>
      </p:sp>
      <p:sp>
        <p:nvSpPr>
          <p:cNvPr id="9" name="W05-S04-opt-rule-1">
            <a:extLst xmlns:a="http://schemas.openxmlformats.org/drawingml/2006/main">
              <a:ext uri="{FF2B5EF4-FFF2-40B4-BE49-F238E27FC236}">
                <a16:creationId xmlns:a16="http://schemas.microsoft.com/office/drawing/2014/main" id="{5AD481B2-9383-45F0-8C58-B096DB71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2390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10" name="W05-S04-opt-1">
            <a:extLst xmlns:a="http://schemas.openxmlformats.org/drawingml/2006/main">
              <a:ext uri="{FF2B5EF4-FFF2-40B4-BE49-F238E27FC236}">
                <a16:creationId xmlns:a16="http://schemas.microsoft.com/office/drawing/2014/main" id="{EC6B5EDC-57AF-4C72-AE4A-40508DAE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752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건너뛰기</a:t>
            </a:r>
          </a:p>
        </p:txBody>
      </p:sp>
      <p:sp>
        <p:nvSpPr>
          <p:cNvPr id="11" name="W05-S04-opt-rule-2">
            <a:extLst xmlns:a="http://schemas.openxmlformats.org/drawingml/2006/main">
              <a:ext uri="{FF2B5EF4-FFF2-40B4-BE49-F238E27FC236}">
                <a16:creationId xmlns:a16="http://schemas.microsoft.com/office/drawing/2014/main" id="{5FB6327B-2DEF-40BB-8D0F-86DC33E4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2390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12" name="W05-S04-opt-2">
            <a:extLst xmlns:a="http://schemas.openxmlformats.org/drawingml/2006/main">
              <a:ext uri="{FF2B5EF4-FFF2-40B4-BE49-F238E27FC236}">
                <a16:creationId xmlns:a16="http://schemas.microsoft.com/office/drawing/2014/main" id="{AB974919-BAF9-4DF5-A5D4-E4F77C3B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52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잠시 쉬기</a:t>
            </a:r>
          </a:p>
        </p:txBody>
      </p:sp>
    </p:spTree>
    <p:extLst>
      <p:ext uri="{BB962C8B-B14F-4D97-AF65-F5344CB8AC3E}">
        <p14:creationId xmlns:p14="http://schemas.microsoft.com/office/powerpoint/2010/main" val="18355291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05-week">
            <a:extLst xmlns:a="http://schemas.openxmlformats.org/drawingml/2006/main">
              <a:ext uri="{FF2B5EF4-FFF2-40B4-BE49-F238E27FC236}">
                <a16:creationId xmlns:a16="http://schemas.microsoft.com/office/drawing/2014/main" id="{691FC59D-C61B-47B3-8A13-71F0D93B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  /  05</a:t>
            </a:r>
          </a:p>
        </p:txBody>
      </p:sp>
      <p:sp>
        <p:nvSpPr>
          <p:cNvPr id="2" name="W05-S05-label">
            <a:extLst xmlns:a="http://schemas.openxmlformats.org/drawingml/2006/main">
              <a:ext uri="{FF2B5EF4-FFF2-40B4-BE49-F238E27FC236}">
                <a16:creationId xmlns:a16="http://schemas.microsoft.com/office/drawing/2014/main" id="{373162D9-7650-4CA6-A9C4-AFC52A5A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지난주 돌아보기</a:t>
            </a:r>
          </a:p>
        </p:txBody>
      </p:sp>
      <p:sp>
        <p:nvSpPr>
          <p:cNvPr id="3" name="W05-S05-brand">
            <a:extLst xmlns:a="http://schemas.openxmlformats.org/drawingml/2006/main">
              <a:ext uri="{FF2B5EF4-FFF2-40B4-BE49-F238E27FC236}">
                <a16:creationId xmlns:a16="http://schemas.microsoft.com/office/drawing/2014/main" id="{D67B8F0C-DA08-48FA-A1FB-76FC117B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05-id">
            <a:extLst xmlns:a="http://schemas.openxmlformats.org/drawingml/2006/main">
              <a:ext uri="{FF2B5EF4-FFF2-40B4-BE49-F238E27FC236}">
                <a16:creationId xmlns:a16="http://schemas.microsoft.com/office/drawing/2014/main" id="{C2037669-5570-4E6B-B6DE-E0F4061A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W05-S05</a:t>
            </a:r>
          </a:p>
        </p:txBody>
      </p:sp>
      <p:sp>
        <p:nvSpPr>
          <p:cNvPr id="5" name="W05-S05-index">
            <a:extLst xmlns:a="http://schemas.openxmlformats.org/drawingml/2006/main">
              <a:ext uri="{FF2B5EF4-FFF2-40B4-BE49-F238E27FC236}">
                <a16:creationId xmlns:a16="http://schemas.microsoft.com/office/drawing/2014/main" id="{FD41A06C-C7FD-4E11-A2B3-F58F2829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476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127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↺</a:t>
            </a:r>
          </a:p>
        </p:txBody>
      </p:sp>
      <p:sp>
        <p:nvSpPr>
          <p:cNvPr id="6" name="W05-S05-body">
            <a:extLst xmlns:a="http://schemas.openxmlformats.org/drawingml/2006/main">
              <a:ext uri="{FF2B5EF4-FFF2-40B4-BE49-F238E27FC236}">
                <a16:creationId xmlns:a16="http://schemas.microsoft.com/office/drawing/2014/main" id="{303AD5BD-AB93-459D-A867-C4BDEBE1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28875"/>
            <a:ext cx="12954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1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61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미래에서 현재로 가져온 10분은 어땠나요?</a:t>
            </a:r>
          </a:p>
        </p:txBody>
      </p:sp>
      <p:sp>
        <p:nvSpPr>
          <p:cNvPr id="7" name="W05-S05-cue">
            <a:extLst xmlns:a="http://schemas.openxmlformats.org/drawingml/2006/main">
              <a:ext uri="{FF2B5EF4-FFF2-40B4-BE49-F238E27FC236}">
                <a16:creationId xmlns:a16="http://schemas.microsoft.com/office/drawing/2014/main" id="{8BD302AB-83F7-4062-A44C-D3BD718F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8580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성과보다 알아차림을 돌아봅니다.</a:t>
            </a:r>
          </a:p>
        </p:txBody>
      </p:sp>
      <p:sp>
        <p:nvSpPr>
          <p:cNvPr id="8" name="W05-S05-rule">
            <a:extLst xmlns:a="http://schemas.openxmlformats.org/drawingml/2006/main">
              <a:ext uri="{FF2B5EF4-FFF2-40B4-BE49-F238E27FC236}">
                <a16:creationId xmlns:a16="http://schemas.microsoft.com/office/drawing/2014/main" id="{8D539FB4-6B02-41C3-8566-265487D8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6572250"/>
            <a:ext cx="1238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918313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06-week">
            <a:extLst xmlns:a="http://schemas.openxmlformats.org/drawingml/2006/main">
              <a:ext uri="{FF2B5EF4-FFF2-40B4-BE49-F238E27FC236}">
                <a16:creationId xmlns:a16="http://schemas.microsoft.com/office/drawing/2014/main" id="{C8AD210F-3390-481C-865E-1F47B672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W05  /  06</a:t>
            </a:r>
          </a:p>
        </p:txBody>
      </p:sp>
      <p:sp>
        <p:nvSpPr>
          <p:cNvPr id="2" name="W05-S06-label">
            <a:extLst xmlns:a="http://schemas.openxmlformats.org/drawingml/2006/main">
              <a:ext uri="{FF2B5EF4-FFF2-40B4-BE49-F238E27FC236}">
                <a16:creationId xmlns:a16="http://schemas.microsoft.com/office/drawing/2014/main" id="{3F5E7470-B160-4361-933F-A91BED58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오프닝 스토리</a:t>
            </a:r>
          </a:p>
        </p:txBody>
      </p:sp>
      <p:sp>
        <p:nvSpPr>
          <p:cNvPr id="3" name="W05-S06-brand">
            <a:extLst xmlns:a="http://schemas.openxmlformats.org/drawingml/2006/main">
              <a:ext uri="{FF2B5EF4-FFF2-40B4-BE49-F238E27FC236}">
                <a16:creationId xmlns:a16="http://schemas.microsoft.com/office/drawing/2014/main" id="{E46D7411-F70B-4394-A0CD-A7B7A7F5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06-id">
            <a:extLst xmlns:a="http://schemas.openxmlformats.org/drawingml/2006/main">
              <a:ext uri="{FF2B5EF4-FFF2-40B4-BE49-F238E27FC236}">
                <a16:creationId xmlns:a16="http://schemas.microsoft.com/office/drawing/2014/main" id="{A48FD372-2F54-4D5E-86C9-203DEAAA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W05-S06</a:t>
            </a:r>
          </a:p>
        </p:txBody>
      </p:sp>
      <p:sp>
        <p:nvSpPr>
          <p:cNvPr id="5" name="W05-S06-story-label">
            <a:extLst xmlns:a="http://schemas.openxmlformats.org/drawingml/2006/main">
              <a:ext uri="{FF2B5EF4-FFF2-40B4-BE49-F238E27FC236}">
                <a16:creationId xmlns:a16="http://schemas.microsoft.com/office/drawing/2014/main" id="{080FB373-B264-4E8A-9840-6F822E34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40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840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STORY</a:t>
            </a:r>
          </a:p>
        </p:txBody>
      </p:sp>
      <p:sp>
        <p:nvSpPr>
          <p:cNvPr id="6" name="W05-S06-split">
            <a:extLst xmlns:a="http://schemas.openxmlformats.org/drawingml/2006/main">
              <a:ext uri="{FF2B5EF4-FFF2-40B4-BE49-F238E27FC236}">
                <a16:creationId xmlns:a16="http://schemas.microsoft.com/office/drawing/2014/main" id="{3080EC2F-74F1-4856-A976-1A329027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90700"/>
            <a:ext cx="28575" cy="633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8000"/>
            </a:srgbClr>
          </a:solidFill>
          <a:ln xmlns:a="http://schemas.openxmlformats.org/drawingml/2006/main" w="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7" name="W05-S06-body">
            <a:extLst xmlns:a="http://schemas.openxmlformats.org/drawingml/2006/main">
              <a:ext uri="{FF2B5EF4-FFF2-40B4-BE49-F238E27FC236}">
                <a16:creationId xmlns:a16="http://schemas.microsoft.com/office/drawing/2014/main" id="{0B2BED78-614D-41CC-8CB8-1BA136CD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9906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2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427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원하는 장면과 오늘 사이에는 길이 있습니다. 길에는 장애물뿐 아니라 쉬는 자리와 도움을 요청할 장소도 필요합니다.</a:t>
            </a:r>
          </a:p>
        </p:txBody>
      </p:sp>
      <p:sp>
        <p:nvSpPr>
          <p:cNvPr id="8" name="W05-S06-pause">
            <a:extLst xmlns:a="http://schemas.openxmlformats.org/drawingml/2006/main">
              <a:ext uri="{FF2B5EF4-FFF2-40B4-BE49-F238E27FC236}">
                <a16:creationId xmlns:a16="http://schemas.microsoft.com/office/drawing/2014/main" id="{5BA77FF4-8E24-4918-9680-85079359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66762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문장 사이에 짧은 침묵을 둡니다.</a:t>
            </a:r>
          </a:p>
        </p:txBody>
      </p:sp>
    </p:spTree>
    <p:extLst>
      <p:ext uri="{BB962C8B-B14F-4D97-AF65-F5344CB8AC3E}">
        <p14:creationId xmlns:p14="http://schemas.microsoft.com/office/powerpoint/2010/main" val="16207720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07-week">
            <a:extLst xmlns:a="http://schemas.openxmlformats.org/drawingml/2006/main">
              <a:ext uri="{FF2B5EF4-FFF2-40B4-BE49-F238E27FC236}">
                <a16:creationId xmlns:a16="http://schemas.microsoft.com/office/drawing/2014/main" id="{3FAE8E72-75DC-47DE-AB91-14CA1D33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W05  /  07</a:t>
            </a:r>
          </a:p>
        </p:txBody>
      </p:sp>
      <p:sp>
        <p:nvSpPr>
          <p:cNvPr id="2" name="W05-S07-label">
            <a:extLst xmlns:a="http://schemas.openxmlformats.org/drawingml/2006/main">
              <a:ext uri="{FF2B5EF4-FFF2-40B4-BE49-F238E27FC236}">
                <a16:creationId xmlns:a16="http://schemas.microsoft.com/office/drawing/2014/main" id="{C6DA0BE8-9B9A-41B5-A037-8F568729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활동 주제 공개</a:t>
            </a:r>
          </a:p>
        </p:txBody>
      </p:sp>
      <p:sp>
        <p:nvSpPr>
          <p:cNvPr id="3" name="W05-S07-brand">
            <a:extLst xmlns:a="http://schemas.openxmlformats.org/drawingml/2006/main">
              <a:ext uri="{FF2B5EF4-FFF2-40B4-BE49-F238E27FC236}">
                <a16:creationId xmlns:a16="http://schemas.microsoft.com/office/drawing/2014/main" id="{10E53F92-4862-42DA-93A0-CB3E139D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07-id">
            <a:extLst xmlns:a="http://schemas.openxmlformats.org/drawingml/2006/main">
              <a:ext uri="{FF2B5EF4-FFF2-40B4-BE49-F238E27FC236}">
                <a16:creationId xmlns:a16="http://schemas.microsoft.com/office/drawing/2014/main" id="{E8A4A9BA-D595-49A4-B4BD-AA87E8E7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W05-S07</a:t>
            </a:r>
          </a:p>
        </p:txBody>
      </p:sp>
      <p:sp>
        <p:nvSpPr>
          <p:cNvPr id="5" name="W05-S07-activity">
            <a:extLst xmlns:a="http://schemas.openxmlformats.org/drawingml/2006/main">
              <a:ext uri="{FF2B5EF4-FFF2-40B4-BE49-F238E27FC236}">
                <a16:creationId xmlns:a16="http://schemas.microsoft.com/office/drawing/2014/main" id="{142BCA53-48E1-402A-A9E9-C14EF094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1485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3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133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ACTIVITY</a:t>
            </a:r>
          </a:p>
        </p:txBody>
      </p:sp>
      <p:sp>
        <p:nvSpPr>
          <p:cNvPr id="6" name="W05-S07-body">
            <a:extLst xmlns:a="http://schemas.openxmlformats.org/drawingml/2006/main">
              <a:ext uri="{FF2B5EF4-FFF2-40B4-BE49-F238E27FC236}">
                <a16:creationId xmlns:a16="http://schemas.microsoft.com/office/drawing/2014/main" id="{BB3D8C2B-30B9-4B3D-9F33-4A691398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15621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ACTIVITY / 현재와 미래 사이의 목표 이동 지도 그리기</a:t>
            </a:r>
          </a:p>
        </p:txBody>
      </p:sp>
      <p:sp>
        <p:nvSpPr>
          <p:cNvPr id="7" name="W05-S07-activity-rule">
            <a:extLst xmlns:a="http://schemas.openxmlformats.org/drawingml/2006/main">
              <a:ext uri="{FF2B5EF4-FFF2-40B4-BE49-F238E27FC236}">
                <a16:creationId xmlns:a16="http://schemas.microsoft.com/office/drawing/2014/main" id="{69EB46B6-6BAC-4375-8271-538B3604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915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97671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08-week">
            <a:extLst xmlns:a="http://schemas.openxmlformats.org/drawingml/2006/main">
              <a:ext uri="{FF2B5EF4-FFF2-40B4-BE49-F238E27FC236}">
                <a16:creationId xmlns:a16="http://schemas.microsoft.com/office/drawing/2014/main" id="{B9ADD9D5-2E67-4DF0-A0B1-43C32654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  /  08</a:t>
            </a:r>
          </a:p>
        </p:txBody>
      </p:sp>
      <p:sp>
        <p:nvSpPr>
          <p:cNvPr id="2" name="W05-S08-label">
            <a:extLst xmlns:a="http://schemas.openxmlformats.org/drawingml/2006/main">
              <a:ext uri="{FF2B5EF4-FFF2-40B4-BE49-F238E27FC236}">
                <a16:creationId xmlns:a16="http://schemas.microsoft.com/office/drawing/2014/main" id="{F2DEE23E-BCC3-4DA3-9020-A0946065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재료 준비</a:t>
            </a:r>
          </a:p>
        </p:txBody>
      </p:sp>
      <p:sp>
        <p:nvSpPr>
          <p:cNvPr id="3" name="W05-S08-brand">
            <a:extLst xmlns:a="http://schemas.openxmlformats.org/drawingml/2006/main">
              <a:ext uri="{FF2B5EF4-FFF2-40B4-BE49-F238E27FC236}">
                <a16:creationId xmlns:a16="http://schemas.microsoft.com/office/drawing/2014/main" id="{917DA3A1-A677-4D5C-BFA3-101C9152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08-id">
            <a:extLst xmlns:a="http://schemas.openxmlformats.org/drawingml/2006/main">
              <a:ext uri="{FF2B5EF4-FFF2-40B4-BE49-F238E27FC236}">
                <a16:creationId xmlns:a16="http://schemas.microsoft.com/office/drawing/2014/main" id="{7F5C7DCE-29EB-4A85-8279-A781C3F0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W05-S08</a:t>
            </a:r>
          </a:p>
        </p:txBody>
      </p:sp>
      <p:sp>
        <p:nvSpPr>
          <p:cNvPr id="5" name="W05-S08-body">
            <a:extLst xmlns:a="http://schemas.openxmlformats.org/drawingml/2006/main">
              <a:ext uri="{FF2B5EF4-FFF2-40B4-BE49-F238E27FC236}">
                <a16:creationId xmlns:a16="http://schemas.microsoft.com/office/drawing/2014/main" id="{CA8FBF53-6D39-4FAD-8278-2A81D0B3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571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스케치북 · 색연필 · 워크북을 준비합니다.</a:t>
            </a:r>
          </a:p>
        </p:txBody>
      </p:sp>
      <p:sp>
        <p:nvSpPr>
          <p:cNvPr id="6" name="W05-S08-prep-circle-0">
            <a:extLst xmlns:a="http://schemas.openxmlformats.org/drawingml/2006/main">
              <a:ext uri="{FF2B5EF4-FFF2-40B4-BE49-F238E27FC236}">
                <a16:creationId xmlns:a16="http://schemas.microsoft.com/office/drawing/2014/main" id="{E8D916FE-00D9-45C8-A265-AE83EDA5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16D4F"/>
            </a:solidFill>
            <a:prstDash val="solid"/>
          </a:ln>
        </p:spPr>
      </p:sp>
      <p:sp>
        <p:nvSpPr>
          <p:cNvPr id="7" name="W05-S08-prep-en-0">
            <a:extLst xmlns:a="http://schemas.openxmlformats.org/drawingml/2006/main">
              <a:ext uri="{FF2B5EF4-FFF2-40B4-BE49-F238E27FC236}">
                <a16:creationId xmlns:a16="http://schemas.microsoft.com/office/drawing/2014/main" id="{1E08BEE8-B93C-46EC-9987-12709D4E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101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SKETCHBOOK</a:t>
            </a:r>
          </a:p>
        </p:txBody>
      </p:sp>
      <p:sp>
        <p:nvSpPr>
          <p:cNvPr id="8" name="W05-S08-prep-ko-0">
            <a:extLst xmlns:a="http://schemas.openxmlformats.org/drawingml/2006/main">
              <a:ext uri="{FF2B5EF4-FFF2-40B4-BE49-F238E27FC236}">
                <a16:creationId xmlns:a16="http://schemas.microsoft.com/office/drawing/2014/main" id="{E78CE856-7BD8-4E49-85F2-154030B9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34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그림의 자리</a:t>
            </a:r>
          </a:p>
        </p:txBody>
      </p:sp>
      <p:sp>
        <p:nvSpPr>
          <p:cNvPr id="9" name="W05-S08-prep-rule-0">
            <a:extLst xmlns:a="http://schemas.openxmlformats.org/drawingml/2006/main">
              <a:ext uri="{FF2B5EF4-FFF2-40B4-BE49-F238E27FC236}">
                <a16:creationId xmlns:a16="http://schemas.microsoft.com/office/drawing/2014/main" id="{C5C76A17-5FE7-4DBD-AEBF-6784F299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8175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10" name="W05-S08-prep-circle-1">
            <a:extLst xmlns:a="http://schemas.openxmlformats.org/drawingml/2006/main">
              <a:ext uri="{FF2B5EF4-FFF2-40B4-BE49-F238E27FC236}">
                <a16:creationId xmlns:a16="http://schemas.microsoft.com/office/drawing/2014/main" id="{05AFCDE6-913D-4DCF-BB04-FDCCC15A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0125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16D4F"/>
            </a:solidFill>
            <a:prstDash val="solid"/>
          </a:ln>
        </p:spPr>
      </p:sp>
      <p:sp>
        <p:nvSpPr>
          <p:cNvPr id="11" name="W05-S08-prep-en-1">
            <a:extLst xmlns:a="http://schemas.openxmlformats.org/drawingml/2006/main">
              <a:ext uri="{FF2B5EF4-FFF2-40B4-BE49-F238E27FC236}">
                <a16:creationId xmlns:a16="http://schemas.microsoft.com/office/drawing/2014/main" id="{EA6A3FE5-B892-40F3-9F38-8DB9575B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101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COLOR PENCILS</a:t>
            </a:r>
          </a:p>
        </p:txBody>
      </p:sp>
      <p:sp>
        <p:nvSpPr>
          <p:cNvPr id="12" name="W05-S08-prep-ko-1">
            <a:extLst xmlns:a="http://schemas.openxmlformats.org/drawingml/2006/main">
              <a:ext uri="{FF2B5EF4-FFF2-40B4-BE49-F238E27FC236}">
                <a16:creationId xmlns:a16="http://schemas.microsoft.com/office/drawing/2014/main" id="{E51E2ED5-3B1F-49A2-A5B2-2D3A25A0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34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표현의 도구</a:t>
            </a:r>
          </a:p>
        </p:txBody>
      </p:sp>
      <p:sp>
        <p:nvSpPr>
          <p:cNvPr id="13" name="W05-S08-prep-rule-1">
            <a:extLst xmlns:a="http://schemas.openxmlformats.org/drawingml/2006/main">
              <a:ext uri="{FF2B5EF4-FFF2-40B4-BE49-F238E27FC236}">
                <a16:creationId xmlns:a16="http://schemas.microsoft.com/office/drawing/2014/main" id="{601F26CF-BF6B-4AFD-99A3-BA32F846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38175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  <p:sp>
        <p:nvSpPr>
          <p:cNvPr id="14" name="W05-S08-prep-circle-2">
            <a:extLst xmlns:a="http://schemas.openxmlformats.org/drawingml/2006/main">
              <a:ext uri="{FF2B5EF4-FFF2-40B4-BE49-F238E27FC236}">
                <a16:creationId xmlns:a16="http://schemas.microsoft.com/office/drawing/2014/main" id="{C0ABC86A-9D6D-4F45-9328-B81C1D32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10125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16D4F"/>
            </a:solidFill>
            <a:prstDash val="solid"/>
          </a:ln>
        </p:spPr>
      </p:sp>
      <p:sp>
        <p:nvSpPr>
          <p:cNvPr id="15" name="W05-S08-prep-en-2">
            <a:extLst xmlns:a="http://schemas.openxmlformats.org/drawingml/2006/main">
              <a:ext uri="{FF2B5EF4-FFF2-40B4-BE49-F238E27FC236}">
                <a16:creationId xmlns:a16="http://schemas.microsoft.com/office/drawing/2014/main" id="{6933807B-1E8E-4C31-8C34-D9B74634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48101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WORKBOOK</a:t>
            </a:r>
          </a:p>
        </p:txBody>
      </p:sp>
      <p:sp>
        <p:nvSpPr>
          <p:cNvPr id="16" name="W05-S08-prep-ko-2">
            <a:extLst xmlns:a="http://schemas.openxmlformats.org/drawingml/2006/main">
              <a:ext uri="{FF2B5EF4-FFF2-40B4-BE49-F238E27FC236}">
                <a16:creationId xmlns:a16="http://schemas.microsoft.com/office/drawing/2014/main" id="{8F60C65A-6AB7-4C0F-A1BF-9ED523D0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5334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발견의 기록</a:t>
            </a:r>
          </a:p>
        </p:txBody>
      </p:sp>
      <p:sp>
        <p:nvSpPr>
          <p:cNvPr id="17" name="W05-S08-prep-rule-2">
            <a:extLst xmlns:a="http://schemas.openxmlformats.org/drawingml/2006/main">
              <a:ext uri="{FF2B5EF4-FFF2-40B4-BE49-F238E27FC236}">
                <a16:creationId xmlns:a16="http://schemas.microsoft.com/office/drawing/2014/main" id="{B782A31F-5490-4555-B45C-990DD0B2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381750"/>
            <a:ext cx="461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D8D0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01899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09-week">
            <a:extLst xmlns:a="http://schemas.openxmlformats.org/drawingml/2006/main">
              <a:ext uri="{FF2B5EF4-FFF2-40B4-BE49-F238E27FC236}">
                <a16:creationId xmlns:a16="http://schemas.microsoft.com/office/drawing/2014/main" id="{DC62BCC0-38F0-4DEF-AA27-643404F4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  /  09</a:t>
            </a:r>
          </a:p>
        </p:txBody>
      </p:sp>
      <p:sp>
        <p:nvSpPr>
          <p:cNvPr id="2" name="W05-S09-label">
            <a:extLst xmlns:a="http://schemas.openxmlformats.org/drawingml/2006/main">
              <a:ext uri="{FF2B5EF4-FFF2-40B4-BE49-F238E27FC236}">
                <a16:creationId xmlns:a16="http://schemas.microsoft.com/office/drawing/2014/main" id="{CCF703BD-B0B4-4A03-AECB-76A4C08D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그림 안내</a:t>
            </a:r>
          </a:p>
        </p:txBody>
      </p:sp>
      <p:sp>
        <p:nvSpPr>
          <p:cNvPr id="3" name="W05-S09-brand">
            <a:extLst xmlns:a="http://schemas.openxmlformats.org/drawingml/2006/main">
              <a:ext uri="{FF2B5EF4-FFF2-40B4-BE49-F238E27FC236}">
                <a16:creationId xmlns:a16="http://schemas.microsoft.com/office/drawing/2014/main" id="{E7FB9D35-C455-46DE-B161-C4E3E1F9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09-id">
            <a:extLst xmlns:a="http://schemas.openxmlformats.org/drawingml/2006/main">
              <a:ext uri="{FF2B5EF4-FFF2-40B4-BE49-F238E27FC236}">
                <a16:creationId xmlns:a16="http://schemas.microsoft.com/office/drawing/2014/main" id="{028F7A3A-1CA2-4038-BC12-90F8E660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W05-S09</a:t>
            </a:r>
          </a:p>
        </p:txBody>
      </p:sp>
      <p:sp>
        <p:nvSpPr>
          <p:cNvPr id="5" name="W05-S09-guide">
            <a:extLst xmlns:a="http://schemas.openxmlformats.org/drawingml/2006/main">
              <a:ext uri="{FF2B5EF4-FFF2-40B4-BE49-F238E27FC236}">
                <a16:creationId xmlns:a16="http://schemas.microsoft.com/office/drawing/2014/main" id="{E3C85CCF-0EB0-4A15-8AA6-12CAF532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1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61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DRAWING GUIDE</a:t>
            </a:r>
          </a:p>
        </p:txBody>
      </p:sp>
      <p:sp>
        <p:nvSpPr>
          <p:cNvPr id="6" name="W05-S09-body">
            <a:extLst xmlns:a="http://schemas.openxmlformats.org/drawingml/2006/main">
              <a:ext uri="{FF2B5EF4-FFF2-40B4-BE49-F238E27FC236}">
                <a16:creationId xmlns:a16="http://schemas.microsoft.com/office/drawing/2014/main" id="{F2D82B4D-A441-43EA-9462-CF004FB0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95625"/>
            <a:ext cx="1552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출발점, 도착점, 장애물, 쉼, 도움과 재시작 지점을 표시합니다.</a:t>
            </a:r>
          </a:p>
        </p:txBody>
      </p:sp>
      <p:sp>
        <p:nvSpPr>
          <p:cNvPr id="7" name="W05-S09-guide-circle-0">
            <a:extLst xmlns:a="http://schemas.openxmlformats.org/drawingml/2006/main">
              <a:ext uri="{FF2B5EF4-FFF2-40B4-BE49-F238E27FC236}">
                <a16:creationId xmlns:a16="http://schemas.microsoft.com/office/drawing/2014/main" id="{D746F28B-3B3C-45BC-BF6B-B10533B0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16D4F"/>
            </a:solidFill>
            <a:prstDash val="solid"/>
          </a:ln>
        </p:spPr>
      </p:sp>
      <p:sp>
        <p:nvSpPr>
          <p:cNvPr id="8" name="W05-S09-guide-line-0">
            <a:extLst xmlns:a="http://schemas.openxmlformats.org/drawingml/2006/main">
              <a:ext uri="{FF2B5EF4-FFF2-40B4-BE49-F238E27FC236}">
                <a16:creationId xmlns:a16="http://schemas.microsoft.com/office/drawing/2014/main" id="{5110F566-66A4-4861-A662-EB500628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5341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9" name="W05-S09-guide-circle-1">
            <a:extLst xmlns:a="http://schemas.openxmlformats.org/drawingml/2006/main">
              <a:ext uri="{FF2B5EF4-FFF2-40B4-BE49-F238E27FC236}">
                <a16:creationId xmlns:a16="http://schemas.microsoft.com/office/drawing/2014/main" id="{F3A28019-D57D-42FC-A5FA-05E71594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52462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16D4F"/>
            </a:solidFill>
            <a:prstDash val="solid"/>
          </a:ln>
        </p:spPr>
      </p:sp>
      <p:sp>
        <p:nvSpPr>
          <p:cNvPr id="10" name="W05-S09-guide-line-1">
            <a:extLst xmlns:a="http://schemas.openxmlformats.org/drawingml/2006/main">
              <a:ext uri="{FF2B5EF4-FFF2-40B4-BE49-F238E27FC236}">
                <a16:creationId xmlns:a16="http://schemas.microsoft.com/office/drawing/2014/main" id="{291F0382-9BFD-4187-AA3B-69DCFAA6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867525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1" name="W05-S09-guide-circle-2">
            <a:extLst xmlns:a="http://schemas.openxmlformats.org/drawingml/2006/main">
              <a:ext uri="{FF2B5EF4-FFF2-40B4-BE49-F238E27FC236}">
                <a16:creationId xmlns:a16="http://schemas.microsoft.com/office/drawing/2014/main" id="{5C0131E6-DBB3-4512-9238-1CE291E4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19125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16D4F"/>
            </a:solidFill>
            <a:prstDash val="solid"/>
          </a:ln>
        </p:spPr>
      </p:sp>
      <p:sp>
        <p:nvSpPr>
          <p:cNvPr id="12" name="W05-S09-guide-line-2">
            <a:extLst xmlns:a="http://schemas.openxmlformats.org/drawingml/2006/main">
              <a:ext uri="{FF2B5EF4-FFF2-40B4-BE49-F238E27FC236}">
                <a16:creationId xmlns:a16="http://schemas.microsoft.com/office/drawing/2014/main" id="{F48A3EE2-6B9C-4BD6-B545-3F1127DA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53415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3" name="W05-S09-guide-circle-3">
            <a:extLst xmlns:a="http://schemas.openxmlformats.org/drawingml/2006/main">
              <a:ext uri="{FF2B5EF4-FFF2-40B4-BE49-F238E27FC236}">
                <a16:creationId xmlns:a16="http://schemas.microsoft.com/office/drawing/2014/main" id="{D2249F8B-484A-4DC4-A03A-139041A0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52462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16D4F"/>
            </a:solidFill>
            <a:prstDash val="solid"/>
          </a:ln>
        </p:spPr>
      </p:sp>
      <p:sp>
        <p:nvSpPr>
          <p:cNvPr id="14" name="W05-S09-guide-line-3">
            <a:extLst xmlns:a="http://schemas.openxmlformats.org/drawingml/2006/main">
              <a:ext uri="{FF2B5EF4-FFF2-40B4-BE49-F238E27FC236}">
                <a16:creationId xmlns:a16="http://schemas.microsoft.com/office/drawing/2014/main" id="{57762455-2CC6-4F2A-BEAB-BB3FDFFE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6867525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5" name="W05-S09-choice">
            <a:extLst xmlns:a="http://schemas.openxmlformats.org/drawingml/2006/main">
              <a:ext uri="{FF2B5EF4-FFF2-40B4-BE49-F238E27FC236}">
                <a16:creationId xmlns:a16="http://schemas.microsoft.com/office/drawing/2014/main" id="{5961D1D7-BB4B-48F0-8A7D-4A2718F8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781050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모두 넣을 필요는 없습니다. 선 · 색 · 거리 · 빈 공간도 표현입니다.</a:t>
            </a:r>
          </a:p>
        </p:txBody>
      </p:sp>
    </p:spTree>
    <p:extLst>
      <p:ext uri="{BB962C8B-B14F-4D97-AF65-F5344CB8AC3E}">
        <p14:creationId xmlns:p14="http://schemas.microsoft.com/office/powerpoint/2010/main" val="21320319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10-week">
            <a:extLst xmlns:a="http://schemas.openxmlformats.org/drawingml/2006/main">
              <a:ext uri="{FF2B5EF4-FFF2-40B4-BE49-F238E27FC236}">
                <a16:creationId xmlns:a16="http://schemas.microsoft.com/office/drawing/2014/main" id="{EBB15813-A749-4B13-813D-70752F90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  /  10</a:t>
            </a:r>
          </a:p>
        </p:txBody>
      </p:sp>
      <p:sp>
        <p:nvSpPr>
          <p:cNvPr id="2" name="W05-S10-label">
            <a:extLst xmlns:a="http://schemas.openxmlformats.org/drawingml/2006/main">
              <a:ext uri="{FF2B5EF4-FFF2-40B4-BE49-F238E27FC236}">
                <a16:creationId xmlns:a16="http://schemas.microsoft.com/office/drawing/2014/main" id="{AB72C6D4-FC83-49B5-AA62-7F404DEE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활동 중 한 문장</a:t>
            </a:r>
          </a:p>
        </p:txBody>
      </p:sp>
      <p:sp>
        <p:nvSpPr>
          <p:cNvPr id="3" name="W05-S10-brand">
            <a:extLst xmlns:a="http://schemas.openxmlformats.org/drawingml/2006/main">
              <a:ext uri="{FF2B5EF4-FFF2-40B4-BE49-F238E27FC236}">
                <a16:creationId xmlns:a16="http://schemas.microsoft.com/office/drawing/2014/main" id="{78896BD7-4AFD-4249-A14C-A60A71B4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10-id">
            <a:extLst xmlns:a="http://schemas.openxmlformats.org/drawingml/2006/main">
              <a:ext uri="{FF2B5EF4-FFF2-40B4-BE49-F238E27FC236}">
                <a16:creationId xmlns:a16="http://schemas.microsoft.com/office/drawing/2014/main" id="{59898981-0D4C-41D4-BD22-9BEBF3C8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W05-S10</a:t>
            </a:r>
          </a:p>
        </p:txBody>
      </p:sp>
      <p:sp>
        <p:nvSpPr>
          <p:cNvPr id="5" name="W05-S10-accent-top">
            <a:extLst xmlns:a="http://schemas.openxmlformats.org/drawingml/2006/main">
              <a:ext uri="{FF2B5EF4-FFF2-40B4-BE49-F238E27FC236}">
                <a16:creationId xmlns:a16="http://schemas.microsoft.com/office/drawing/2014/main" id="{3DC5EC82-C8E9-4225-8B9B-645AC05D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6" name="W05-S10-body">
            <a:extLst xmlns:a="http://schemas.openxmlformats.org/drawingml/2006/main">
              <a:ext uri="{FF2B5EF4-FFF2-40B4-BE49-F238E27FC236}">
                <a16:creationId xmlns:a16="http://schemas.microsoft.com/office/drawing/2014/main" id="{A28D1453-166E-480D-8425-E33C7785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90875"/>
            <a:ext cx="15335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69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69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쉬는 자리도 길의 일부입니다.</a:t>
            </a:r>
          </a:p>
        </p:txBody>
      </p:sp>
      <p:sp>
        <p:nvSpPr>
          <p:cNvPr id="7" name="W05-S10-small">
            <a:extLst xmlns:a="http://schemas.openxmlformats.org/drawingml/2006/main">
              <a:ext uri="{FF2B5EF4-FFF2-40B4-BE49-F238E27FC236}">
                <a16:creationId xmlns:a16="http://schemas.microsoft.com/office/drawing/2014/main" id="{1745E66B-179F-4FC6-A326-6407A3FF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667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YOUR PACE IS PART OF THE WORK.</a:t>
            </a:r>
          </a:p>
        </p:txBody>
      </p:sp>
    </p:spTree>
    <p:extLst>
      <p:ext uri="{BB962C8B-B14F-4D97-AF65-F5344CB8AC3E}">
        <p14:creationId xmlns:p14="http://schemas.microsoft.com/office/powerpoint/2010/main" val="49075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11-week">
            <a:extLst xmlns:a="http://schemas.openxmlformats.org/drawingml/2006/main">
              <a:ext uri="{FF2B5EF4-FFF2-40B4-BE49-F238E27FC236}">
                <a16:creationId xmlns:a16="http://schemas.microsoft.com/office/drawing/2014/main" id="{7856EFC9-D36D-4971-85C4-7AC9C867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W05  /  11</a:t>
            </a:r>
          </a:p>
        </p:txBody>
      </p:sp>
      <p:sp>
        <p:nvSpPr>
          <p:cNvPr id="2" name="W05-S11-label">
            <a:extLst xmlns:a="http://schemas.openxmlformats.org/drawingml/2006/main">
              <a:ext uri="{FF2B5EF4-FFF2-40B4-BE49-F238E27FC236}">
                <a16:creationId xmlns:a16="http://schemas.microsoft.com/office/drawing/2014/main" id="{D44F8F9D-F5C0-4643-BCE8-7E2DC162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그림 활동</a:t>
            </a:r>
          </a:p>
        </p:txBody>
      </p:sp>
      <p:sp>
        <p:nvSpPr>
          <p:cNvPr id="3" name="W05-S11-brand">
            <a:extLst xmlns:a="http://schemas.openxmlformats.org/drawingml/2006/main">
              <a:ext uri="{FF2B5EF4-FFF2-40B4-BE49-F238E27FC236}">
                <a16:creationId xmlns:a16="http://schemas.microsoft.com/office/drawing/2014/main" id="{72085C95-19B7-4FEE-8546-4FB9C284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11-id">
            <a:extLst xmlns:a="http://schemas.openxmlformats.org/drawingml/2006/main">
              <a:ext uri="{FF2B5EF4-FFF2-40B4-BE49-F238E27FC236}">
                <a16:creationId xmlns:a16="http://schemas.microsoft.com/office/drawing/2014/main" id="{C6C5CBEA-C5A7-4BA8-B264-2408EEB3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W05-S11</a:t>
            </a:r>
          </a:p>
        </p:txBody>
      </p:sp>
      <p:sp>
        <p:nvSpPr>
          <p:cNvPr id="5" name="W05-S11-number">
            <a:extLst xmlns:a="http://schemas.openxmlformats.org/drawingml/2006/main">
              <a:ext uri="{FF2B5EF4-FFF2-40B4-BE49-F238E27FC236}">
                <a16:creationId xmlns:a16="http://schemas.microsoft.com/office/drawing/2014/main" id="{3CBC6A78-D366-4647-BCCF-C4078EC9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857250"/>
            <a:ext cx="8667750" cy="638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397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397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6" name="W05-S11-min">
            <a:extLst xmlns:a="http://schemas.openxmlformats.org/drawingml/2006/main">
              <a:ext uri="{FF2B5EF4-FFF2-40B4-BE49-F238E27FC236}">
                <a16:creationId xmlns:a16="http://schemas.microsoft.com/office/drawing/2014/main" id="{F643ECFE-7053-4E4C-9DF6-2EE10FB8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875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10875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MIN</a:t>
            </a:r>
          </a:p>
        </p:txBody>
      </p:sp>
      <p:sp>
        <p:nvSpPr>
          <p:cNvPr id="7" name="W05-S11-body">
            <a:extLst xmlns:a="http://schemas.openxmlformats.org/drawingml/2006/main">
              <a:ext uri="{FF2B5EF4-FFF2-40B4-BE49-F238E27FC236}">
                <a16:creationId xmlns:a16="http://schemas.microsoft.com/office/drawing/2014/main" id="{D5E50A64-5EC2-4C53-9AC5-A934D0F9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61975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25 MIN / 그림을 시작합니다.</a:t>
            </a:r>
          </a:p>
        </p:txBody>
      </p:sp>
      <p:sp>
        <p:nvSpPr>
          <p:cNvPr id="8" name="W05-S11-timer-rule">
            <a:extLst xmlns:a="http://schemas.openxmlformats.org/drawingml/2006/main">
              <a:ext uri="{FF2B5EF4-FFF2-40B4-BE49-F238E27FC236}">
                <a16:creationId xmlns:a16="http://schemas.microsoft.com/office/drawing/2014/main" id="{D3ED65FB-C515-460B-ACEB-0591B2C7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143750"/>
            <a:ext cx="542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20088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12-week">
            <a:extLst xmlns:a="http://schemas.openxmlformats.org/drawingml/2006/main">
              <a:ext uri="{FF2B5EF4-FFF2-40B4-BE49-F238E27FC236}">
                <a16:creationId xmlns:a16="http://schemas.microsoft.com/office/drawing/2014/main" id="{33B78AEA-0CFF-49CC-9DA6-E81DE000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  /  12</a:t>
            </a:r>
          </a:p>
        </p:txBody>
      </p:sp>
      <p:sp>
        <p:nvSpPr>
          <p:cNvPr id="2" name="W05-S12-label">
            <a:extLst xmlns:a="http://schemas.openxmlformats.org/drawingml/2006/main">
              <a:ext uri="{FF2B5EF4-FFF2-40B4-BE49-F238E27FC236}">
                <a16:creationId xmlns:a16="http://schemas.microsoft.com/office/drawing/2014/main" id="{F76688E7-C40A-461A-B6BA-67104BBB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작품 바라보기</a:t>
            </a:r>
          </a:p>
        </p:txBody>
      </p:sp>
      <p:sp>
        <p:nvSpPr>
          <p:cNvPr id="3" name="W05-S12-brand">
            <a:extLst xmlns:a="http://schemas.openxmlformats.org/drawingml/2006/main">
              <a:ext uri="{FF2B5EF4-FFF2-40B4-BE49-F238E27FC236}">
                <a16:creationId xmlns:a16="http://schemas.microsoft.com/office/drawing/2014/main" id="{F16DA473-5B67-4065-8421-C16CFCF1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12-id">
            <a:extLst xmlns:a="http://schemas.openxmlformats.org/drawingml/2006/main">
              <a:ext uri="{FF2B5EF4-FFF2-40B4-BE49-F238E27FC236}">
                <a16:creationId xmlns:a16="http://schemas.microsoft.com/office/drawing/2014/main" id="{41B62E27-AAB8-418B-B867-7DD779FC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W05-S12</a:t>
            </a:r>
          </a:p>
        </p:txBody>
      </p:sp>
      <p:sp>
        <p:nvSpPr>
          <p:cNvPr id="5" name="W05-S12-observe">
            <a:extLst xmlns:a="http://schemas.openxmlformats.org/drawingml/2006/main">
              <a:ext uri="{FF2B5EF4-FFF2-40B4-BE49-F238E27FC236}">
                <a16:creationId xmlns:a16="http://schemas.microsoft.com/office/drawing/2014/main" id="{A77E4271-1959-4EE4-867A-57000C29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700" b="1">
                <a:solidFill>
                  <a:srgbClr val="D16D4F">
                    <a:alpha val="60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8700" b="1">
                <a:solidFill>
                  <a:srgbClr val="D16D4F">
                    <a:alpha val="60000"/>
                  </a:srgbClr>
                </a:solidFill>
                <a:latin typeface="Noto Sans KR"/>
                <a:ea typeface="Noto Sans KR"/>
                <a:cs typeface="Noto Sans KR"/>
              </a:rPr>
              <a:t>LOOK AGAIN</a:t>
            </a:r>
          </a:p>
        </p:txBody>
      </p:sp>
      <p:sp>
        <p:nvSpPr>
          <p:cNvPr id="6" name="W05-S12-body">
            <a:extLst xmlns:a="http://schemas.openxmlformats.org/drawingml/2006/main">
              <a:ext uri="{FF2B5EF4-FFF2-40B4-BE49-F238E27FC236}">
                <a16:creationId xmlns:a16="http://schemas.microsoft.com/office/drawing/2014/main" id="{FF766D62-77A5-4B25-ADD8-53354DE2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67125"/>
            <a:ext cx="13049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그림을 바꾸기 전에 먼저 그대로 바라봅니다.</a:t>
            </a:r>
          </a:p>
        </p:txBody>
      </p:sp>
      <p:sp>
        <p:nvSpPr>
          <p:cNvPr id="7" name="W05-S12-tlh">
            <a:extLst xmlns:a="http://schemas.openxmlformats.org/drawingml/2006/main">
              <a:ext uri="{FF2B5EF4-FFF2-40B4-BE49-F238E27FC236}">
                <a16:creationId xmlns:a16="http://schemas.microsoft.com/office/drawing/2014/main" id="{01D9AC50-D324-4984-B595-0FE42264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43250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8" name="W05-S12-tlv">
            <a:extLst xmlns:a="http://schemas.openxmlformats.org/drawingml/2006/main">
              <a:ext uri="{FF2B5EF4-FFF2-40B4-BE49-F238E27FC236}">
                <a16:creationId xmlns:a16="http://schemas.microsoft.com/office/drawing/2014/main" id="{3986CA8C-E548-4B35-AC5F-0F6D0F8E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4325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9" name="W05-S12-trh">
            <a:extLst xmlns:a="http://schemas.openxmlformats.org/drawingml/2006/main">
              <a:ext uri="{FF2B5EF4-FFF2-40B4-BE49-F238E27FC236}">
                <a16:creationId xmlns:a16="http://schemas.microsoft.com/office/drawing/2014/main" id="{800ADF62-BCF9-48AE-AD23-67839360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143250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10" name="W05-S12-trv">
            <a:extLst xmlns:a="http://schemas.openxmlformats.org/drawingml/2006/main">
              <a:ext uri="{FF2B5EF4-FFF2-40B4-BE49-F238E27FC236}">
                <a16:creationId xmlns:a16="http://schemas.microsoft.com/office/drawing/2014/main" id="{14E670AC-22A5-4338-B033-D5E1BFCE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314325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11" name="W05-S12-blh">
            <a:extLst xmlns:a="http://schemas.openxmlformats.org/drawingml/2006/main">
              <a:ext uri="{FF2B5EF4-FFF2-40B4-BE49-F238E27FC236}">
                <a16:creationId xmlns:a16="http://schemas.microsoft.com/office/drawing/2014/main" id="{95FABD2A-8697-4BDF-803B-7258167A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810375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12" name="W05-S12-blv">
            <a:extLst xmlns:a="http://schemas.openxmlformats.org/drawingml/2006/main">
              <a:ext uri="{FF2B5EF4-FFF2-40B4-BE49-F238E27FC236}">
                <a16:creationId xmlns:a16="http://schemas.microsoft.com/office/drawing/2014/main" id="{89ADC3FC-89DA-4E15-8171-8F871447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1500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13" name="W05-S12-brh">
            <a:extLst xmlns:a="http://schemas.openxmlformats.org/drawingml/2006/main">
              <a:ext uri="{FF2B5EF4-FFF2-40B4-BE49-F238E27FC236}">
                <a16:creationId xmlns:a16="http://schemas.microsoft.com/office/drawing/2014/main" id="{C42D4F9F-51D9-45A6-8769-11B5E9D8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6810375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14" name="W05-S12-brv">
            <a:extLst xmlns:a="http://schemas.openxmlformats.org/drawingml/2006/main">
              <a:ext uri="{FF2B5EF4-FFF2-40B4-BE49-F238E27FC236}">
                <a16:creationId xmlns:a16="http://schemas.microsoft.com/office/drawing/2014/main" id="{3BCB7FF2-A166-4885-9B08-B6419280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5715000"/>
            <a:ext cx="4762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5806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13-week">
            <a:extLst xmlns:a="http://schemas.openxmlformats.org/drawingml/2006/main">
              <a:ext uri="{FF2B5EF4-FFF2-40B4-BE49-F238E27FC236}">
                <a16:creationId xmlns:a16="http://schemas.microsoft.com/office/drawing/2014/main" id="{DA1007B6-9E6F-4512-A93E-00FBC8F6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  /  13</a:t>
            </a:r>
          </a:p>
        </p:txBody>
      </p:sp>
      <p:sp>
        <p:nvSpPr>
          <p:cNvPr id="2" name="W05-S13-label">
            <a:extLst xmlns:a="http://schemas.openxmlformats.org/drawingml/2006/main">
              <a:ext uri="{FF2B5EF4-FFF2-40B4-BE49-F238E27FC236}">
                <a16:creationId xmlns:a16="http://schemas.microsoft.com/office/drawing/2014/main" id="{AFC097D1-67EF-464A-97BB-E6976FA0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관찰 질문</a:t>
            </a:r>
          </a:p>
        </p:txBody>
      </p:sp>
      <p:sp>
        <p:nvSpPr>
          <p:cNvPr id="3" name="W05-S13-brand">
            <a:extLst xmlns:a="http://schemas.openxmlformats.org/drawingml/2006/main">
              <a:ext uri="{FF2B5EF4-FFF2-40B4-BE49-F238E27FC236}">
                <a16:creationId xmlns:a16="http://schemas.microsoft.com/office/drawing/2014/main" id="{71C37D2F-85D9-4BD7-82DA-5CC12336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13-id">
            <a:extLst xmlns:a="http://schemas.openxmlformats.org/drawingml/2006/main">
              <a:ext uri="{FF2B5EF4-FFF2-40B4-BE49-F238E27FC236}">
                <a16:creationId xmlns:a16="http://schemas.microsoft.com/office/drawing/2014/main" id="{CF7E720D-B65A-4DBF-8BBF-DF067030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W05-S13</a:t>
            </a:r>
          </a:p>
        </p:txBody>
      </p:sp>
      <p:sp>
        <p:nvSpPr>
          <p:cNvPr id="5" name="W05-S13-q">
            <a:extLst xmlns:a="http://schemas.openxmlformats.org/drawingml/2006/main">
              <a:ext uri="{FF2B5EF4-FFF2-40B4-BE49-F238E27FC236}">
                <a16:creationId xmlns:a16="http://schemas.microsoft.com/office/drawing/2014/main" id="{A4AA23E2-E13B-4F66-879F-B748606A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14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Q.</a:t>
            </a:r>
          </a:p>
        </p:txBody>
      </p:sp>
      <p:sp>
        <p:nvSpPr>
          <p:cNvPr id="6" name="W05-S13-body">
            <a:extLst xmlns:a="http://schemas.openxmlformats.org/drawingml/2006/main">
              <a:ext uri="{FF2B5EF4-FFF2-40B4-BE49-F238E27FC236}">
                <a16:creationId xmlns:a16="http://schemas.microsoft.com/office/drawing/2014/main" id="{A1AD3142-0232-4511-AAA4-B683BC30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3239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가장 어려운 구간과 다시 시작할 수 있는 지점은 어디인가요?</a:t>
            </a:r>
          </a:p>
        </p:txBody>
      </p:sp>
      <p:sp>
        <p:nvSpPr>
          <p:cNvPr id="7" name="W05-S13-under">
            <a:extLst xmlns:a="http://schemas.openxmlformats.org/drawingml/2006/main">
              <a:ext uri="{FF2B5EF4-FFF2-40B4-BE49-F238E27FC236}">
                <a16:creationId xmlns:a16="http://schemas.microsoft.com/office/drawing/2014/main" id="{D18717ED-AE28-40D2-9832-D1468C80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52475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8" name="W05-S13-cue">
            <a:extLst xmlns:a="http://schemas.openxmlformats.org/drawingml/2006/main">
              <a:ext uri="{FF2B5EF4-FFF2-40B4-BE49-F238E27FC236}">
                <a16:creationId xmlns:a16="http://schemas.microsoft.com/office/drawing/2014/main" id="{7BF3B0F0-28D3-4530-B4DF-6C9BD9ED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90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보이는 것부터, 자신의 언어로.</a:t>
            </a:r>
          </a:p>
        </p:txBody>
      </p:sp>
    </p:spTree>
    <p:extLst>
      <p:ext uri="{BB962C8B-B14F-4D97-AF65-F5344CB8AC3E}">
        <p14:creationId xmlns:p14="http://schemas.microsoft.com/office/powerpoint/2010/main" val="14077868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14-week">
            <a:extLst xmlns:a="http://schemas.openxmlformats.org/drawingml/2006/main">
              <a:ext uri="{FF2B5EF4-FFF2-40B4-BE49-F238E27FC236}">
                <a16:creationId xmlns:a16="http://schemas.microsoft.com/office/drawing/2014/main" id="{2231BCDD-467F-465E-BF8A-8AE7C83F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  /  14</a:t>
            </a:r>
          </a:p>
        </p:txBody>
      </p:sp>
      <p:sp>
        <p:nvSpPr>
          <p:cNvPr id="2" name="W05-S14-label">
            <a:extLst xmlns:a="http://schemas.openxmlformats.org/drawingml/2006/main">
              <a:ext uri="{FF2B5EF4-FFF2-40B4-BE49-F238E27FC236}">
                <a16:creationId xmlns:a16="http://schemas.microsoft.com/office/drawing/2014/main" id="{3E3C9586-E8B2-40FD-9F54-39B6F9A6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주인공 발화</a:t>
            </a:r>
          </a:p>
        </p:txBody>
      </p:sp>
      <p:sp>
        <p:nvSpPr>
          <p:cNvPr id="3" name="W05-S14-brand">
            <a:extLst xmlns:a="http://schemas.openxmlformats.org/drawingml/2006/main">
              <a:ext uri="{FF2B5EF4-FFF2-40B4-BE49-F238E27FC236}">
                <a16:creationId xmlns:a16="http://schemas.microsoft.com/office/drawing/2014/main" id="{1A7BEAA6-B35F-4E27-A1D6-515234C9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14-id">
            <a:extLst xmlns:a="http://schemas.openxmlformats.org/drawingml/2006/main">
              <a:ext uri="{FF2B5EF4-FFF2-40B4-BE49-F238E27FC236}">
                <a16:creationId xmlns:a16="http://schemas.microsoft.com/office/drawing/2014/main" id="{A47353A3-F017-4A2D-B742-EE4D1C27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W05-S14</a:t>
            </a:r>
          </a:p>
        </p:txBody>
      </p:sp>
      <p:sp>
        <p:nvSpPr>
          <p:cNvPr id="5" name="W05-S14-q">
            <a:extLst xmlns:a="http://schemas.openxmlformats.org/drawingml/2006/main">
              <a:ext uri="{FF2B5EF4-FFF2-40B4-BE49-F238E27FC236}">
                <a16:creationId xmlns:a16="http://schemas.microsoft.com/office/drawing/2014/main" id="{19056957-857D-4C3E-98FF-B616F391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17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“</a:t>
            </a:r>
          </a:p>
        </p:txBody>
      </p:sp>
      <p:sp>
        <p:nvSpPr>
          <p:cNvPr id="6" name="W05-S14-body">
            <a:extLst xmlns:a="http://schemas.openxmlformats.org/drawingml/2006/main">
              <a:ext uri="{FF2B5EF4-FFF2-40B4-BE49-F238E27FC236}">
                <a16:creationId xmlns:a16="http://schemas.microsoft.com/office/drawing/2014/main" id="{1F64D0A4-CDEC-49FC-A426-E7888AD7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13239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길 위의 내가 한 문장을 말한다면 뭐라고 할까요?</a:t>
            </a:r>
          </a:p>
        </p:txBody>
      </p:sp>
      <p:sp>
        <p:nvSpPr>
          <p:cNvPr id="7" name="W05-S14-under">
            <a:extLst xmlns:a="http://schemas.openxmlformats.org/drawingml/2006/main">
              <a:ext uri="{FF2B5EF4-FFF2-40B4-BE49-F238E27FC236}">
                <a16:creationId xmlns:a16="http://schemas.microsoft.com/office/drawing/2014/main" id="{8B0BCF86-B888-4870-8F58-D6D7979F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524750"/>
            <a:ext cx="723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8" name="W05-S14-cue">
            <a:extLst xmlns:a="http://schemas.openxmlformats.org/drawingml/2006/main">
              <a:ext uri="{FF2B5EF4-FFF2-40B4-BE49-F238E27FC236}">
                <a16:creationId xmlns:a16="http://schemas.microsoft.com/office/drawing/2014/main" id="{38E32895-0137-4B08-8446-4C8F03CC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905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한 문장으로 들려주세요.</a:t>
            </a:r>
          </a:p>
        </p:txBody>
      </p:sp>
    </p:spTree>
    <p:extLst>
      <p:ext uri="{BB962C8B-B14F-4D97-AF65-F5344CB8AC3E}">
        <p14:creationId xmlns:p14="http://schemas.microsoft.com/office/powerpoint/2010/main" val="12899753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15-week">
            <a:extLst xmlns:a="http://schemas.openxmlformats.org/drawingml/2006/main">
              <a:ext uri="{FF2B5EF4-FFF2-40B4-BE49-F238E27FC236}">
                <a16:creationId xmlns:a16="http://schemas.microsoft.com/office/drawing/2014/main" id="{BCECF165-DC33-46F8-9567-A6425F2A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  /  15</a:t>
            </a:r>
          </a:p>
        </p:txBody>
      </p:sp>
      <p:sp>
        <p:nvSpPr>
          <p:cNvPr id="2" name="W05-S15-label">
            <a:extLst xmlns:a="http://schemas.openxmlformats.org/drawingml/2006/main">
              <a:ext uri="{FF2B5EF4-FFF2-40B4-BE49-F238E27FC236}">
                <a16:creationId xmlns:a16="http://schemas.microsoft.com/office/drawing/2014/main" id="{0EDEC961-91A4-4FA4-B8AF-AAAF7FD9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관계·갈등 탐색</a:t>
            </a:r>
          </a:p>
        </p:txBody>
      </p:sp>
      <p:sp>
        <p:nvSpPr>
          <p:cNvPr id="3" name="W05-S15-brand">
            <a:extLst xmlns:a="http://schemas.openxmlformats.org/drawingml/2006/main">
              <a:ext uri="{FF2B5EF4-FFF2-40B4-BE49-F238E27FC236}">
                <a16:creationId xmlns:a16="http://schemas.microsoft.com/office/drawing/2014/main" id="{1AA5C2F0-C59A-4A83-915D-EA730736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15-id">
            <a:extLst xmlns:a="http://schemas.openxmlformats.org/drawingml/2006/main">
              <a:ext uri="{FF2B5EF4-FFF2-40B4-BE49-F238E27FC236}">
                <a16:creationId xmlns:a16="http://schemas.microsoft.com/office/drawing/2014/main" id="{3E6EA8E4-A56A-4172-8A4E-2ECCC44B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W05-S15</a:t>
            </a:r>
          </a:p>
        </p:txBody>
      </p:sp>
      <p:sp>
        <p:nvSpPr>
          <p:cNvPr id="5" name="W05-S15-tension">
            <a:extLst xmlns:a="http://schemas.openxmlformats.org/drawingml/2006/main">
              <a:ext uri="{FF2B5EF4-FFF2-40B4-BE49-F238E27FC236}">
                <a16:creationId xmlns:a16="http://schemas.microsoft.com/office/drawing/2014/main" id="{9DDB1778-669D-4651-B988-FE667E7B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71625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7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67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TENSION / NEED</a:t>
            </a:r>
          </a:p>
        </p:txBody>
      </p:sp>
      <p:sp>
        <p:nvSpPr>
          <p:cNvPr id="6" name="W05-S15-axis-h">
            <a:extLst xmlns:a="http://schemas.openxmlformats.org/drawingml/2006/main">
              <a:ext uri="{FF2B5EF4-FFF2-40B4-BE49-F238E27FC236}">
                <a16:creationId xmlns:a16="http://schemas.microsoft.com/office/drawing/2014/main" id="{DE6D5142-7AB0-4761-96D3-72BF3DD4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9750"/>
            <a:ext cx="1428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7" name="W05-S15-axis-v">
            <a:extLst xmlns:a="http://schemas.openxmlformats.org/drawingml/2006/main">
              <a:ext uri="{FF2B5EF4-FFF2-40B4-BE49-F238E27FC236}">
                <a16:creationId xmlns:a16="http://schemas.microsoft.com/office/drawing/2014/main" id="{ED311BCE-9A49-492F-9A4E-C1EA09C6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2857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8" name="W05-S15-axis-dot">
            <a:extLst xmlns:a="http://schemas.openxmlformats.org/drawingml/2006/main">
              <a:ext uri="{FF2B5EF4-FFF2-40B4-BE49-F238E27FC236}">
                <a16:creationId xmlns:a16="http://schemas.microsoft.com/office/drawing/2014/main" id="{C4F3C0B4-DD0F-413C-BCAB-B43341FA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86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9" name="W05-S15-body">
            <a:extLst xmlns:a="http://schemas.openxmlformats.org/drawingml/2006/main">
              <a:ext uri="{FF2B5EF4-FFF2-40B4-BE49-F238E27FC236}">
                <a16:creationId xmlns:a16="http://schemas.microsoft.com/office/drawing/2014/main" id="{4D9A6070-D953-4894-A7FA-F50195F1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1428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49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익숙한 반복은 무엇으로부터 나를 지켰고 지금 무엇을 방해하나요?</a:t>
            </a:r>
          </a:p>
        </p:txBody>
      </p:sp>
      <p:sp>
        <p:nvSpPr>
          <p:cNvPr id="10" name="W05-S15-axis-left">
            <a:extLst xmlns:a="http://schemas.openxmlformats.org/drawingml/2006/main">
              <a:ext uri="{FF2B5EF4-FFF2-40B4-BE49-F238E27FC236}">
                <a16:creationId xmlns:a16="http://schemas.microsoft.com/office/drawing/2014/main" id="{2D7ED679-2976-4AAD-8589-241E2C08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191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지켜준 것</a:t>
            </a:r>
          </a:p>
        </p:txBody>
      </p:sp>
      <p:sp>
        <p:nvSpPr>
          <p:cNvPr id="11" name="W05-S15-axis-right">
            <a:extLst xmlns:a="http://schemas.openxmlformats.org/drawingml/2006/main">
              <a:ext uri="{FF2B5EF4-FFF2-40B4-BE49-F238E27FC236}">
                <a16:creationId xmlns:a16="http://schemas.microsoft.com/office/drawing/2014/main" id="{46B65B30-8C90-497E-9097-981D45C0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912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지금 필요한 것</a:t>
            </a:r>
          </a:p>
        </p:txBody>
      </p:sp>
    </p:spTree>
    <p:extLst>
      <p:ext uri="{BB962C8B-B14F-4D97-AF65-F5344CB8AC3E}">
        <p14:creationId xmlns:p14="http://schemas.microsoft.com/office/powerpoint/2010/main" val="4504064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16-week">
            <a:extLst xmlns:a="http://schemas.openxmlformats.org/drawingml/2006/main">
              <a:ext uri="{FF2B5EF4-FFF2-40B4-BE49-F238E27FC236}">
                <a16:creationId xmlns:a16="http://schemas.microsoft.com/office/drawing/2014/main" id="{219A699E-16F0-4709-8E28-A2FBCB10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W05  /  16</a:t>
            </a:r>
          </a:p>
        </p:txBody>
      </p:sp>
      <p:sp>
        <p:nvSpPr>
          <p:cNvPr id="2" name="W05-S16-label">
            <a:extLst xmlns:a="http://schemas.openxmlformats.org/drawingml/2006/main">
              <a:ext uri="{FF2B5EF4-FFF2-40B4-BE49-F238E27FC236}">
                <a16:creationId xmlns:a16="http://schemas.microsoft.com/office/drawing/2014/main" id="{8E710DCE-C97F-4C6C-A68F-797E9A3F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소그룹 나눔</a:t>
            </a:r>
          </a:p>
        </p:txBody>
      </p:sp>
      <p:sp>
        <p:nvSpPr>
          <p:cNvPr id="3" name="W05-S16-brand">
            <a:extLst xmlns:a="http://schemas.openxmlformats.org/drawingml/2006/main">
              <a:ext uri="{FF2B5EF4-FFF2-40B4-BE49-F238E27FC236}">
                <a16:creationId xmlns:a16="http://schemas.microsoft.com/office/drawing/2014/main" id="{60DCFCF4-2533-4863-91C6-02060775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16-id">
            <a:extLst xmlns:a="http://schemas.openxmlformats.org/drawingml/2006/main">
              <a:ext uri="{FF2B5EF4-FFF2-40B4-BE49-F238E27FC236}">
                <a16:creationId xmlns:a16="http://schemas.microsoft.com/office/drawing/2014/main" id="{A18FB0F6-817B-484D-8F26-8560C900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W05-S16</a:t>
            </a:r>
          </a:p>
        </p:txBody>
      </p:sp>
      <p:sp>
        <p:nvSpPr>
          <p:cNvPr id="5" name="W05-S16-share">
            <a:extLst xmlns:a="http://schemas.openxmlformats.org/drawingml/2006/main">
              <a:ext uri="{FF2B5EF4-FFF2-40B4-BE49-F238E27FC236}">
                <a16:creationId xmlns:a16="http://schemas.microsoft.com/office/drawing/2014/main" id="{B23EB557-FD54-446C-9B70-7BE2F107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76375"/>
            <a:ext cx="1257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0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810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SHARE / REFLECT</a:t>
            </a:r>
          </a:p>
        </p:txBody>
      </p:sp>
      <p:sp>
        <p:nvSpPr>
          <p:cNvPr id="6" name="W05-S16-body">
            <a:extLst xmlns:a="http://schemas.openxmlformats.org/drawingml/2006/main">
              <a:ext uri="{FF2B5EF4-FFF2-40B4-BE49-F238E27FC236}">
                <a16:creationId xmlns:a16="http://schemas.microsoft.com/office/drawing/2014/main" id="{0AF0C4F3-4DC7-4EB1-AF34-D38C2F7E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571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52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2인 나눔 / 행동을 더 작고 구체적으로 줄여봅니다.</a:t>
            </a:r>
          </a:p>
        </p:txBody>
      </p:sp>
      <p:sp>
        <p:nvSpPr>
          <p:cNvPr id="7" name="W05-S16-share-n-0">
            <a:extLst xmlns:a="http://schemas.openxmlformats.org/drawingml/2006/main">
              <a:ext uri="{FF2B5EF4-FFF2-40B4-BE49-F238E27FC236}">
                <a16:creationId xmlns:a16="http://schemas.microsoft.com/office/drawing/2014/main" id="{4AE54698-26E7-4B6C-BFA7-2687D7BE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67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W05-S16-share-rule-0">
            <a:extLst xmlns:a="http://schemas.openxmlformats.org/drawingml/2006/main">
              <a:ext uri="{FF2B5EF4-FFF2-40B4-BE49-F238E27FC236}">
                <a16:creationId xmlns:a16="http://schemas.microsoft.com/office/drawing/2014/main" id="{081D1272-549D-4606-8FD2-F147F86B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81875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9" name="W05-S16-share-text-0">
            <a:extLst xmlns:a="http://schemas.openxmlformats.org/drawingml/2006/main">
              <a:ext uri="{FF2B5EF4-FFF2-40B4-BE49-F238E27FC236}">
                <a16:creationId xmlns:a16="http://schemas.microsoft.com/office/drawing/2014/main" id="{DB951165-19D3-4F60-8BBF-8D6990C5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설명보다 경험</a:t>
            </a:r>
          </a:p>
        </p:txBody>
      </p:sp>
      <p:sp>
        <p:nvSpPr>
          <p:cNvPr id="10" name="W05-S16-share-n-1">
            <a:extLst xmlns:a="http://schemas.openxmlformats.org/drawingml/2006/main">
              <a:ext uri="{FF2B5EF4-FFF2-40B4-BE49-F238E27FC236}">
                <a16:creationId xmlns:a16="http://schemas.microsoft.com/office/drawing/2014/main" id="{9232B052-C29C-47E5-A668-7CE5837C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67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W05-S16-share-rule-1">
            <a:extLst xmlns:a="http://schemas.openxmlformats.org/drawingml/2006/main">
              <a:ext uri="{FF2B5EF4-FFF2-40B4-BE49-F238E27FC236}">
                <a16:creationId xmlns:a16="http://schemas.microsoft.com/office/drawing/2014/main" id="{1051B234-0F37-4DA2-9DC1-66ACA0EF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381875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2" name="W05-S16-share-text-1">
            <a:extLst xmlns:a="http://schemas.openxmlformats.org/drawingml/2006/main">
              <a:ext uri="{FF2B5EF4-FFF2-40B4-BE49-F238E27FC236}">
                <a16:creationId xmlns:a16="http://schemas.microsoft.com/office/drawing/2014/main" id="{DC3E6686-FD8B-4791-9216-5DDA7D77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62000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조언 없이 듣기</a:t>
            </a:r>
          </a:p>
        </p:txBody>
      </p:sp>
      <p:sp>
        <p:nvSpPr>
          <p:cNvPr id="13" name="W05-S16-share-n-2">
            <a:extLst xmlns:a="http://schemas.openxmlformats.org/drawingml/2006/main">
              <a:ext uri="{FF2B5EF4-FFF2-40B4-BE49-F238E27FC236}">
                <a16:creationId xmlns:a16="http://schemas.microsoft.com/office/drawing/2014/main" id="{9E545E3B-3C4D-454C-AEFB-C2EC6B7B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675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W05-S16-share-rule-2">
            <a:extLst xmlns:a="http://schemas.openxmlformats.org/drawingml/2006/main">
              <a:ext uri="{FF2B5EF4-FFF2-40B4-BE49-F238E27FC236}">
                <a16:creationId xmlns:a16="http://schemas.microsoft.com/office/drawing/2014/main" id="{26DCCBC5-BB20-46C4-BB72-83B2EA9E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381875"/>
            <a:ext cx="4524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5000"/>
            </a:srgbClr>
          </a:solidFill>
          <a:ln xmlns:a="http://schemas.openxmlformats.org/drawingml/2006/main" w="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5" name="W05-S16-share-text-2">
            <a:extLst xmlns:a="http://schemas.openxmlformats.org/drawingml/2006/main">
              <a:ext uri="{FF2B5EF4-FFF2-40B4-BE49-F238E27FC236}">
                <a16:creationId xmlns:a16="http://schemas.microsoft.com/office/drawing/2014/main" id="{F603E393-C6D1-439B-9624-7BA5CF3A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7620000"/>
            <a:ext cx="4524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“제가 들은 핵심은…”</a:t>
            </a:r>
          </a:p>
        </p:txBody>
      </p:sp>
    </p:spTree>
    <p:extLst>
      <p:ext uri="{BB962C8B-B14F-4D97-AF65-F5344CB8AC3E}">
        <p14:creationId xmlns:p14="http://schemas.microsoft.com/office/powerpoint/2010/main" val="15945838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17-week">
            <a:extLst xmlns:a="http://schemas.openxmlformats.org/drawingml/2006/main">
              <a:ext uri="{FF2B5EF4-FFF2-40B4-BE49-F238E27FC236}">
                <a16:creationId xmlns:a16="http://schemas.microsoft.com/office/drawing/2014/main" id="{D80C2773-1729-4CDD-8938-BEC74DA2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  /  17</a:t>
            </a:r>
          </a:p>
        </p:txBody>
      </p:sp>
      <p:sp>
        <p:nvSpPr>
          <p:cNvPr id="2" name="W05-S17-label">
            <a:extLst xmlns:a="http://schemas.openxmlformats.org/drawingml/2006/main">
              <a:ext uri="{FF2B5EF4-FFF2-40B4-BE49-F238E27FC236}">
                <a16:creationId xmlns:a16="http://schemas.microsoft.com/office/drawing/2014/main" id="{16F13B4B-5145-4977-8969-E12BE0A0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전체 나눔</a:t>
            </a:r>
          </a:p>
        </p:txBody>
      </p:sp>
      <p:sp>
        <p:nvSpPr>
          <p:cNvPr id="3" name="W05-S17-brand">
            <a:extLst xmlns:a="http://schemas.openxmlformats.org/drawingml/2006/main">
              <a:ext uri="{FF2B5EF4-FFF2-40B4-BE49-F238E27FC236}">
                <a16:creationId xmlns:a16="http://schemas.microsoft.com/office/drawing/2014/main" id="{76E03F79-5F73-4CA1-A152-D434968B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17-id">
            <a:extLst xmlns:a="http://schemas.openxmlformats.org/drawingml/2006/main">
              <a:ext uri="{FF2B5EF4-FFF2-40B4-BE49-F238E27FC236}">
                <a16:creationId xmlns:a16="http://schemas.microsoft.com/office/drawing/2014/main" id="{57604F6D-A6E3-4DAD-B4F8-A52E8534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W05-S17</a:t>
            </a:r>
          </a:p>
        </p:txBody>
      </p:sp>
      <p:sp>
        <p:nvSpPr>
          <p:cNvPr id="5" name="W05-S17-big-circle">
            <a:extLst xmlns:a="http://schemas.openxmlformats.org/drawingml/2006/main">
              <a:ext uri="{FF2B5EF4-FFF2-40B4-BE49-F238E27FC236}">
                <a16:creationId xmlns:a16="http://schemas.microsoft.com/office/drawing/2014/main" id="{BCBBAD6D-F6D4-4166-A123-ED0B1B64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5619750" cy="561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D16D4F"/>
            </a:solidFill>
            <a:prstDash val="solid"/>
          </a:ln>
        </p:spPr>
      </p:sp>
      <p:sp>
        <p:nvSpPr>
          <p:cNvPr id="6" name="W05-S17-small-circle">
            <a:extLst xmlns:a="http://schemas.openxmlformats.org/drawingml/2006/main">
              <a:ext uri="{FF2B5EF4-FFF2-40B4-BE49-F238E27FC236}">
                <a16:creationId xmlns:a16="http://schemas.microsoft.com/office/drawing/2014/main" id="{78CDCE8C-3CE4-4F9C-B637-C59927FF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28575">
            <a:solidFill>
              <a:srgbClr val="101828"/>
            </a:solidFill>
            <a:prstDash val="solid"/>
          </a:ln>
        </p:spPr>
      </p:sp>
      <p:sp>
        <p:nvSpPr>
          <p:cNvPr id="7" name="W05-S17-body">
            <a:extLst xmlns:a="http://schemas.openxmlformats.org/drawingml/2006/main">
              <a:ext uri="{FF2B5EF4-FFF2-40B4-BE49-F238E27FC236}">
                <a16:creationId xmlns:a16="http://schemas.microsoft.com/office/drawing/2014/main" id="{D36390D3-40CC-4EF7-A9E0-AB426806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942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이 행동을 15분 안에 시작할 수 있는지 확인합니다.</a:t>
            </a:r>
          </a:p>
        </p:txBody>
      </p:sp>
      <p:sp>
        <p:nvSpPr>
          <p:cNvPr id="8" name="W05-S17-cue">
            <a:extLst xmlns:a="http://schemas.openxmlformats.org/drawingml/2006/main">
              <a:ext uri="{FF2B5EF4-FFF2-40B4-BE49-F238E27FC236}">
                <a16:creationId xmlns:a16="http://schemas.microsoft.com/office/drawing/2014/main" id="{29C71119-DED2-4CD3-B2C9-6DFD3DD5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66750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말하고 싶은 만큼만, 자신의 문장으로.</a:t>
            </a:r>
          </a:p>
        </p:txBody>
      </p:sp>
    </p:spTree>
    <p:extLst>
      <p:ext uri="{BB962C8B-B14F-4D97-AF65-F5344CB8AC3E}">
        <p14:creationId xmlns:p14="http://schemas.microsoft.com/office/powerpoint/2010/main" val="3079960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18-week">
            <a:extLst xmlns:a="http://schemas.openxmlformats.org/drawingml/2006/main">
              <a:ext uri="{FF2B5EF4-FFF2-40B4-BE49-F238E27FC236}">
                <a16:creationId xmlns:a16="http://schemas.microsoft.com/office/drawing/2014/main" id="{39F60963-0FFF-42B4-BF56-993AEC8F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  /  18</a:t>
            </a:r>
          </a:p>
        </p:txBody>
      </p:sp>
      <p:sp>
        <p:nvSpPr>
          <p:cNvPr id="2" name="W05-S18-label">
            <a:extLst xmlns:a="http://schemas.openxmlformats.org/drawingml/2006/main">
              <a:ext uri="{FF2B5EF4-FFF2-40B4-BE49-F238E27FC236}">
                <a16:creationId xmlns:a16="http://schemas.microsoft.com/office/drawing/2014/main" id="{EAB57947-ACF2-4CCF-A91D-CC90FCCA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삶의 연결</a:t>
            </a:r>
          </a:p>
        </p:txBody>
      </p:sp>
      <p:sp>
        <p:nvSpPr>
          <p:cNvPr id="3" name="W05-S18-brand">
            <a:extLst xmlns:a="http://schemas.openxmlformats.org/drawingml/2006/main">
              <a:ext uri="{FF2B5EF4-FFF2-40B4-BE49-F238E27FC236}">
                <a16:creationId xmlns:a16="http://schemas.microsoft.com/office/drawing/2014/main" id="{8CD7675A-AD6D-412F-ABE4-7FE8A345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18-id">
            <a:extLst xmlns:a="http://schemas.openxmlformats.org/drawingml/2006/main">
              <a:ext uri="{FF2B5EF4-FFF2-40B4-BE49-F238E27FC236}">
                <a16:creationId xmlns:a16="http://schemas.microsoft.com/office/drawing/2014/main" id="{50B52C43-58B6-43CD-9E97-F15B053A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W05-S18</a:t>
            </a:r>
          </a:p>
        </p:txBody>
      </p:sp>
      <p:sp>
        <p:nvSpPr>
          <p:cNvPr id="5" name="W05-S18-action">
            <a:extLst xmlns:a="http://schemas.openxmlformats.org/drawingml/2006/main">
              <a:ext uri="{FF2B5EF4-FFF2-40B4-BE49-F238E27FC236}">
                <a16:creationId xmlns:a16="http://schemas.microsoft.com/office/drawing/2014/main" id="{DABE4CE5-B28B-44DF-8136-04DCBFAD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6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defRPr>
            </a:pPr>
            <a:r>
              <a:rPr sz="7650" b="1">
                <a:solidFill>
                  <a:srgbClr val="D16D4F"/>
                </a:solidFill>
                <a:latin typeface="Noto Sans KR"/>
                <a:ea typeface="Noto Sans KR"/>
                <a:cs typeface="Noto Sans KR"/>
              </a:rPr>
              <a:t>NEXT / SMALL</a:t>
            </a:r>
          </a:p>
        </p:txBody>
      </p:sp>
      <p:sp>
        <p:nvSpPr>
          <p:cNvPr id="6" name="W05-S18-body">
            <a:extLst xmlns:a="http://schemas.openxmlformats.org/drawingml/2006/main">
              <a:ext uri="{FF2B5EF4-FFF2-40B4-BE49-F238E27FC236}">
                <a16:creationId xmlns:a16="http://schemas.microsoft.com/office/drawing/2014/main" id="{CAD876E3-0E8D-4BAF-8812-0708A1D0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29000"/>
            <a:ext cx="15335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15분 이내로 시작할 수 있는 7일 행동 실험을 실행합니다.</a:t>
            </a:r>
          </a:p>
        </p:txBody>
      </p:sp>
      <p:sp>
        <p:nvSpPr>
          <p:cNvPr id="7" name="W05-S18-action-rule">
            <a:extLst xmlns:a="http://schemas.openxmlformats.org/drawingml/2006/main">
              <a:ext uri="{FF2B5EF4-FFF2-40B4-BE49-F238E27FC236}">
                <a16:creationId xmlns:a16="http://schemas.microsoft.com/office/drawing/2014/main" id="{74A97707-6377-4B12-9903-FE8A7F07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43750"/>
            <a:ext cx="1533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8" name="W05-S18-action-cue">
            <a:extLst xmlns:a="http://schemas.openxmlformats.org/drawingml/2006/main">
              <a:ext uri="{FF2B5EF4-FFF2-40B4-BE49-F238E27FC236}">
                <a16:creationId xmlns:a16="http://schemas.microsoft.com/office/drawing/2014/main" id="{9CB815D8-91EA-4053-ACAB-F3367869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24750"/>
            <a:ext cx="1162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작게 시작하고 · 확인하고 · 다시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1677764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05-S19-week">
            <a:extLst xmlns:a="http://schemas.openxmlformats.org/drawingml/2006/main">
              <a:ext uri="{FF2B5EF4-FFF2-40B4-BE49-F238E27FC236}">
                <a16:creationId xmlns:a16="http://schemas.microsoft.com/office/drawing/2014/main" id="{8DB1F7D9-2614-436B-844D-18DBE56A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W05  /  19</a:t>
            </a:r>
          </a:p>
        </p:txBody>
      </p:sp>
      <p:sp>
        <p:nvSpPr>
          <p:cNvPr id="2" name="W05-S19-label">
            <a:extLst xmlns:a="http://schemas.openxmlformats.org/drawingml/2006/main">
              <a:ext uri="{FF2B5EF4-FFF2-40B4-BE49-F238E27FC236}">
                <a16:creationId xmlns:a16="http://schemas.microsoft.com/office/drawing/2014/main" id="{0EC92E76-C255-465A-B3C5-61D7387E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마무리 문장</a:t>
            </a:r>
          </a:p>
        </p:txBody>
      </p:sp>
      <p:sp>
        <p:nvSpPr>
          <p:cNvPr id="3" name="W05-S19-brand">
            <a:extLst xmlns:a="http://schemas.openxmlformats.org/drawingml/2006/main">
              <a:ext uri="{FF2B5EF4-FFF2-40B4-BE49-F238E27FC236}">
                <a16:creationId xmlns:a16="http://schemas.microsoft.com/office/drawing/2014/main" id="{1DD8C937-2B7D-45B0-8602-84370A63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678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DAILYCOACHING</a:t>
            </a:r>
          </a:p>
        </p:txBody>
      </p:sp>
      <p:sp>
        <p:nvSpPr>
          <p:cNvPr id="4" name="W05-S19-id">
            <a:extLst xmlns:a="http://schemas.openxmlformats.org/drawingml/2006/main">
              <a:ext uri="{FF2B5EF4-FFF2-40B4-BE49-F238E27FC236}">
                <a16:creationId xmlns:a16="http://schemas.microsoft.com/office/drawing/2014/main" id="{25836E78-65BD-4446-84F6-26299835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96678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W05-S19</a:t>
            </a:r>
          </a:p>
        </p:txBody>
      </p:sp>
      <p:sp>
        <p:nvSpPr>
          <p:cNvPr id="5" name="W05-S19-close">
            <a:extLst xmlns:a="http://schemas.openxmlformats.org/drawingml/2006/main">
              <a:ext uri="{FF2B5EF4-FFF2-40B4-BE49-F238E27FC236}">
                <a16:creationId xmlns:a16="http://schemas.microsoft.com/office/drawing/2014/main" id="{30493ABB-567C-422D-834C-6F219ACB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33500"/>
            <a:ext cx="933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875" b="1">
                <a:solidFill>
                  <a:srgbClr val="D16D4F">
                    <a:alpha val="70000"/>
                  </a:srgbClr>
                </a:solidFill>
                <a:latin typeface="Noto Sans KR"/>
                <a:ea typeface="Noto Sans KR"/>
                <a:cs typeface="Noto Sans KR"/>
              </a:defRPr>
            </a:pPr>
            <a:r>
              <a:rPr sz="10875" b="1">
                <a:solidFill>
                  <a:srgbClr val="D16D4F">
                    <a:alpha val="70000"/>
                  </a:srgbClr>
                </a:solidFill>
                <a:latin typeface="Noto Sans KR"/>
                <a:ea typeface="Noto Sans KR"/>
                <a:cs typeface="Noto Sans KR"/>
              </a:rPr>
              <a:t>CLOSE</a:t>
            </a:r>
          </a:p>
        </p:txBody>
      </p:sp>
      <p:sp>
        <p:nvSpPr>
          <p:cNvPr id="6" name="W05-S19-body">
            <a:extLst xmlns:a="http://schemas.openxmlformats.org/drawingml/2006/main">
              <a:ext uri="{FF2B5EF4-FFF2-40B4-BE49-F238E27FC236}">
                <a16:creationId xmlns:a16="http://schemas.microsoft.com/office/drawing/2014/main" id="{E6B9D3A6-E74C-49AA-A3CE-C9EE9525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5335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defRPr>
            </a:pPr>
            <a:r>
              <a:rPr sz="5550" b="1">
                <a:solidFill>
                  <a:srgbClr val="FFFDF8"/>
                </a:solidFill>
                <a:latin typeface="Noto Sans KR"/>
                <a:ea typeface="Noto Sans KR"/>
                <a:cs typeface="Noto Sans KR"/>
              </a:rPr>
              <a:t>이번 주 5% 다르게 선택할 행동은 ______이다.</a:t>
            </a:r>
          </a:p>
        </p:txBody>
      </p:sp>
      <p:sp>
        <p:nvSpPr>
          <p:cNvPr id="7" name="W05-S19-signature">
            <a:extLst xmlns:a="http://schemas.openxmlformats.org/drawingml/2006/main">
              <a:ext uri="{FF2B5EF4-FFF2-40B4-BE49-F238E27FC236}">
                <a16:creationId xmlns:a16="http://schemas.microsoft.com/office/drawing/2014/main" id="{A640A965-980E-405D-AC88-8CF20463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667500"/>
            <a:ext cx="1162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6D4F"/>
          </a:solidFill>
          <a:ln xmlns:a="http://schemas.openxmlformats.org/drawingml/2006/main" w="0">
            <a:solidFill>
              <a:srgbClr val="D16D4F"/>
            </a:solidFill>
            <a:prstDash val="solid"/>
          </a:ln>
        </p:spPr>
      </p:sp>
      <p:sp>
        <p:nvSpPr>
          <p:cNvPr id="8" name="W05-S19-cue">
            <a:extLst xmlns:a="http://schemas.openxmlformats.org/drawingml/2006/main">
              <a:ext uri="{FF2B5EF4-FFF2-40B4-BE49-F238E27FC236}">
                <a16:creationId xmlns:a16="http://schemas.microsoft.com/office/drawing/2014/main" id="{C14DBCEE-119A-464A-8B65-688C9A7B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19137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0">
                <a:solidFill>
                  <a:srgbClr val="B8C0CC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B8C0CC"/>
                </a:solidFill>
                <a:latin typeface="Noto Sans KR"/>
                <a:ea typeface="Noto Sans KR"/>
                <a:cs typeface="Noto Sans KR"/>
              </a:rPr>
              <a:t>자신의 언어로 완성합니다.</a:t>
            </a:r>
          </a:p>
        </p:txBody>
      </p:sp>
    </p:spTree>
    <p:extLst>
      <p:ext uri="{BB962C8B-B14F-4D97-AF65-F5344CB8AC3E}">
        <p14:creationId xmlns:p14="http://schemas.microsoft.com/office/powerpoint/2010/main" val="1276654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2026-07-26T22:50:46.3850000Z</dcterms:created>
  <dcterms:modified xsi:type="dcterms:W3CDTF">2026-07-26T22:50:46.3850000Z</dcterms:modified>
</coreProperties>
</file>