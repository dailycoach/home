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424fa64fe74181" /><Relationship Type="http://schemas.openxmlformats.org/officeDocument/2006/relationships/extended-properties" Target="/docProps/app.xml" Id="Ra2b809cef9d7424a" /><Relationship Type="http://schemas.openxmlformats.org/officeDocument/2006/relationships/officeDocument" Target="/ppt/presentation.xml" Id="R01ee83064bd143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08ed5771234f4c"/>
  </p:sldMasterIdLst>
  <p:notesMasterIdLst>
    <p:notesMasterId xmlns:r="http://schemas.openxmlformats.org/officeDocument/2006/relationships" r:id="R4b21dc84b815445b"/>
  </p:notesMasterIdLst>
  <p:sldIdLst>
    <p:sldId xmlns:r="http://schemas.openxmlformats.org/officeDocument/2006/relationships" id="256" r:id="R34306bf2cfa74c21"/>
    <p:sldId xmlns:r="http://schemas.openxmlformats.org/officeDocument/2006/relationships" id="257" r:id="R143f6a66c5864959"/>
    <p:sldId xmlns:r="http://schemas.openxmlformats.org/officeDocument/2006/relationships" id="258" r:id="R9c65e7dfbbed4db6"/>
    <p:sldId xmlns:r="http://schemas.openxmlformats.org/officeDocument/2006/relationships" id="259" r:id="R3618bf769dea40e3"/>
    <p:sldId xmlns:r="http://schemas.openxmlformats.org/officeDocument/2006/relationships" id="260" r:id="R124ba9a889f943b8"/>
    <p:sldId xmlns:r="http://schemas.openxmlformats.org/officeDocument/2006/relationships" id="261" r:id="R7c64b11c3e294697"/>
    <p:sldId xmlns:r="http://schemas.openxmlformats.org/officeDocument/2006/relationships" id="262" r:id="R10b2c5c6a162457e"/>
    <p:sldId xmlns:r="http://schemas.openxmlformats.org/officeDocument/2006/relationships" id="263" r:id="R69f3789ec9554e1e"/>
    <p:sldId xmlns:r="http://schemas.openxmlformats.org/officeDocument/2006/relationships" id="264" r:id="Rf4ed2e5060dc4f76"/>
    <p:sldId xmlns:r="http://schemas.openxmlformats.org/officeDocument/2006/relationships" id="265" r:id="Ra864493355bc43d6"/>
    <p:sldId xmlns:r="http://schemas.openxmlformats.org/officeDocument/2006/relationships" id="266" r:id="Rd521c02b238740cd"/>
    <p:sldId xmlns:r="http://schemas.openxmlformats.org/officeDocument/2006/relationships" id="267" r:id="Ra35f6dc0e82a43a8"/>
    <p:sldId xmlns:r="http://schemas.openxmlformats.org/officeDocument/2006/relationships" id="268" r:id="Ree6d6c3b90564042"/>
    <p:sldId xmlns:r="http://schemas.openxmlformats.org/officeDocument/2006/relationships" id="269" r:id="R799bbf88b926430d"/>
    <p:sldId xmlns:r="http://schemas.openxmlformats.org/officeDocument/2006/relationships" id="270" r:id="R5f8674dd171e4091"/>
    <p:sldId xmlns:r="http://schemas.openxmlformats.org/officeDocument/2006/relationships" id="271" r:id="Red7efe2939c7458f"/>
    <p:sldId xmlns:r="http://schemas.openxmlformats.org/officeDocument/2006/relationships" id="272" r:id="R6cf5043eafe44583"/>
    <p:sldId xmlns:r="http://schemas.openxmlformats.org/officeDocument/2006/relationships" id="273" r:id="Rb4a2055e321f4c5d"/>
    <p:sldId xmlns:r="http://schemas.openxmlformats.org/officeDocument/2006/relationships" id="274" r:id="R55237d8c215f417e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707813f953409f" /><Relationship Type="http://schemas.openxmlformats.org/officeDocument/2006/relationships/slideMaster" Target="/ppt/slideMasters/slideMaster1.xml" Id="R1e08ed5771234f4c" /><Relationship Type="http://schemas.openxmlformats.org/officeDocument/2006/relationships/notesMaster" Target="/ppt/notesMasters/notesMaster1.xml" Id="R4b21dc84b815445b" /><Relationship Type="http://schemas.openxmlformats.org/officeDocument/2006/relationships/presProps" Target="/ppt/presProps.xml" Id="R6c0fa794bf334a30" /><Relationship Type="http://schemas.openxmlformats.org/officeDocument/2006/relationships/tableStyles" Target="/ppt/tableStyles.xml" Id="R2835679e7a674d6f" /><Relationship Type="http://schemas.openxmlformats.org/officeDocument/2006/relationships/slide" Target="/ppt/slides/slide1.xml" Id="R34306bf2cfa74c21" /><Relationship Type="http://schemas.openxmlformats.org/officeDocument/2006/relationships/slide" Target="/ppt/slides/slide2.xml" Id="R143f6a66c5864959" /><Relationship Type="http://schemas.openxmlformats.org/officeDocument/2006/relationships/slide" Target="/ppt/slides/slide3.xml" Id="R9c65e7dfbbed4db6" /><Relationship Type="http://schemas.openxmlformats.org/officeDocument/2006/relationships/slide" Target="/ppt/slides/slide4.xml" Id="R3618bf769dea40e3" /><Relationship Type="http://schemas.openxmlformats.org/officeDocument/2006/relationships/slide" Target="/ppt/slides/slide5.xml" Id="R124ba9a889f943b8" /><Relationship Type="http://schemas.openxmlformats.org/officeDocument/2006/relationships/slide" Target="/ppt/slides/slide6.xml" Id="R7c64b11c3e294697" /><Relationship Type="http://schemas.openxmlformats.org/officeDocument/2006/relationships/slide" Target="/ppt/slides/slide7.xml" Id="R10b2c5c6a162457e" /><Relationship Type="http://schemas.openxmlformats.org/officeDocument/2006/relationships/slide" Target="/ppt/slides/slide8.xml" Id="R69f3789ec9554e1e" /><Relationship Type="http://schemas.openxmlformats.org/officeDocument/2006/relationships/slide" Target="/ppt/slides/slide9.xml" Id="Rf4ed2e5060dc4f76" /><Relationship Type="http://schemas.openxmlformats.org/officeDocument/2006/relationships/slide" Target="/ppt/slides/slide10.xml" Id="Ra864493355bc43d6" /><Relationship Type="http://schemas.openxmlformats.org/officeDocument/2006/relationships/slide" Target="/ppt/slides/slide11.xml" Id="Rd521c02b238740cd" /><Relationship Type="http://schemas.openxmlformats.org/officeDocument/2006/relationships/slide" Target="/ppt/slides/slide12.xml" Id="Ra35f6dc0e82a43a8" /><Relationship Type="http://schemas.openxmlformats.org/officeDocument/2006/relationships/slide" Target="/ppt/slides/slide13.xml" Id="Ree6d6c3b90564042" /><Relationship Type="http://schemas.openxmlformats.org/officeDocument/2006/relationships/slide" Target="/ppt/slides/slide14.xml" Id="R799bbf88b926430d" /><Relationship Type="http://schemas.openxmlformats.org/officeDocument/2006/relationships/slide" Target="/ppt/slides/slide15.xml" Id="R5f8674dd171e4091" /><Relationship Type="http://schemas.openxmlformats.org/officeDocument/2006/relationships/slide" Target="/ppt/slides/slide16.xml" Id="Red7efe2939c7458f" /><Relationship Type="http://schemas.openxmlformats.org/officeDocument/2006/relationships/slide" Target="/ppt/slides/slide17.xml" Id="R6cf5043eafe44583" /><Relationship Type="http://schemas.openxmlformats.org/officeDocument/2006/relationships/slide" Target="/ppt/slides/slide18.xml" Id="Rb4a2055e321f4c5d" /><Relationship Type="http://schemas.openxmlformats.org/officeDocument/2006/relationships/slide" Target="/ppt/slides/slide19.xml" Id="R55237d8c215f41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88c7ed26fc49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24a839c592407c" /><Relationship Type="http://schemas.openxmlformats.org/officeDocument/2006/relationships/notesMaster" Target="/ppt/notesMasters/notesMaster1.xml" Id="R55ecaa19255b42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2e6938541c4d72" /><Relationship Type="http://schemas.openxmlformats.org/officeDocument/2006/relationships/notesMaster" Target="/ppt/notesMasters/notesMaster1.xml" Id="R6c0d8cd6145c43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5bf14efe504973" /><Relationship Type="http://schemas.openxmlformats.org/officeDocument/2006/relationships/notesMaster" Target="/ppt/notesMasters/notesMaster1.xml" Id="Rc5d89deb6e6148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4dfd47331b486e" /><Relationship Type="http://schemas.openxmlformats.org/officeDocument/2006/relationships/notesMaster" Target="/ppt/notesMasters/notesMaster1.xml" Id="Rdc31193f8e7c4f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551abe7d60494d" /><Relationship Type="http://schemas.openxmlformats.org/officeDocument/2006/relationships/notesMaster" Target="/ppt/notesMasters/notesMaster1.xml" Id="R74f49e887e074e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22d72a404a41dd" /><Relationship Type="http://schemas.openxmlformats.org/officeDocument/2006/relationships/notesMaster" Target="/ppt/notesMasters/notesMaster1.xml" Id="Rf0e6f5a67b6746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7a0b5fcd7244a8" /><Relationship Type="http://schemas.openxmlformats.org/officeDocument/2006/relationships/notesMaster" Target="/ppt/notesMasters/notesMaster1.xml" Id="Rafdbec0fe44047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333a9ccdbf4b26" /><Relationship Type="http://schemas.openxmlformats.org/officeDocument/2006/relationships/notesMaster" Target="/ppt/notesMasters/notesMaster1.xml" Id="R35e578065af945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cfbf90b74a4be3" /><Relationship Type="http://schemas.openxmlformats.org/officeDocument/2006/relationships/notesMaster" Target="/ppt/notesMasters/notesMaster1.xml" Id="R944b93689e764f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bf45aa2df14b2c" /><Relationship Type="http://schemas.openxmlformats.org/officeDocument/2006/relationships/notesMaster" Target="/ppt/notesMasters/notesMaster1.xml" Id="R38ec49a3cbe94e8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83239815f944de4" /><Relationship Type="http://schemas.openxmlformats.org/officeDocument/2006/relationships/notesMaster" Target="/ppt/notesMasters/notesMaster1.xml" Id="Rd959119347e2460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0e3ce35a0394dc2" /><Relationship Type="http://schemas.openxmlformats.org/officeDocument/2006/relationships/notesMaster" Target="/ppt/notesMasters/notesMaster1.xml" Id="R6fa752aea75e434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ef6e00e1524608" /><Relationship Type="http://schemas.openxmlformats.org/officeDocument/2006/relationships/notesMaster" Target="/ppt/notesMasters/notesMaster1.xml" Id="Rdcce93a3315f4ab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fafc935fb1479d" /><Relationship Type="http://schemas.openxmlformats.org/officeDocument/2006/relationships/notesMaster" Target="/ppt/notesMasters/notesMaster1.xml" Id="Rd68c25e7686c49f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24feacc34014498" /><Relationship Type="http://schemas.openxmlformats.org/officeDocument/2006/relationships/notesMaster" Target="/ppt/notesMasters/notesMaster1.xml" Id="R567593d67e04491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37624338d724928" /><Relationship Type="http://schemas.openxmlformats.org/officeDocument/2006/relationships/notesMaster" Target="/ppt/notesMasters/notesMaster1.xml" Id="R9f965eaf25f7467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8702b2dde0e41e0" /><Relationship Type="http://schemas.openxmlformats.org/officeDocument/2006/relationships/notesMaster" Target="/ppt/notesMasters/notesMaster1.xml" Id="R2784e55f7e1241f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ccb27521acf4daa" /><Relationship Type="http://schemas.openxmlformats.org/officeDocument/2006/relationships/notesMaster" Target="/ppt/notesMasters/notesMaster1.xml" Id="R635b605ea8bd4b3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ff78c5eec9a45ed" /><Relationship Type="http://schemas.openxmlformats.org/officeDocument/2006/relationships/notesMaster" Target="/ppt/notesMasters/notesMaster1.xml" Id="Rff987f7a917241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W01-S01</a:t>
            </a:r>
          </a:p>
          <a:p xmlns:a="http://schemas.openxmlformats.org/drawingml/2006/main">
            <a:r>
              <a:t>목적: 이번 회기의 위치와 주제를 한눈에 제시한다.</a:t>
            </a:r>
          </a:p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>진행자 실제 발화: “W01 / 지금의 나를 바라보는 자리.” 오늘은 ‘지금 나는 어떤 상태로 이 과정에 들어왔는가?’라는 질문을 따라가겠습니다. 정답을 만들기보다 지금 보이는 만큼만 함께 살펴보겠습니다.</a:t>
            </a:r>
          </a:p>
          <a:p xmlns:a="http://schemas.openxmlformats.org/drawingml/2006/main">
            <a:r>
              <a:t>다음 질문: 이 질문을 들었을 때 지금 가장 먼저 떠오르는 단어는 무엇인가요?</a:t>
            </a:r>
          </a:p>
          <a:p xmlns:a="http://schemas.openxmlformats.org/drawingml/2006/main">
            <a:r>
              <a:t>참여자가 막혔을 때의 대체 질문: 말 대신 색 하나, 선 하나, 또는 몸의 느낌 하나로 골라도 괜찮습니다.</a:t>
            </a:r>
          </a:p>
          <a:p xmlns:a="http://schemas.openxmlformats.org/drawingml/2006/main">
            <a:r>
              <a:t>정서 반응이 커졌을 때의 대응: 첫 회기는 깊은 과거를 다루지 않는다. 현재 상태와 참여 범위를 확인하고 그림 부담을 낮춘다.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WB-W01</a:t>
            </a:r>
          </a:p>
          <a:p xmlns:a="http://schemas.openxmlformats.org/drawingml/2006/main">
            <a:r>
              <a:t>다음 슬라이드 전환 문장: 이제 설명보다 현재의 감각으로 들어가 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W01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W01-S02</a:t>
            </a:r>
          </a:p>
          <a:p xmlns:a="http://schemas.openxmlformats.org/drawingml/2006/main">
            <a:r>
              <a:t>목적: 설명보다 장면 중심의 언어로 회기를 연다.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>진행자 실제 발화: “오늘은 현재의 나에게 도착합니다.” 이 문장을 천천히 읽겠습니다. 설명을 바로 붙이지 않고, 지금 떠오르는 느낌이 자리 잡도록 잠시 기다리겠습니다.</a:t>
            </a:r>
          </a:p>
          <a:p xmlns:a="http://schemas.openxmlformats.org/drawingml/2006/main">
            <a:r>
              <a:t>다음 질문: 이 장면과 지금의 나 사이에 어떤 느낌이 있나요?</a:t>
            </a:r>
          </a:p>
          <a:p xmlns:a="http://schemas.openxmlformats.org/drawingml/2006/main">
            <a:r>
              <a:t>참여자가 막혔을 때의 대체 질문: 말 대신 색 하나, 선 하나, 또는 몸의 느낌 하나로 골라도 괜찮습니다.</a:t>
            </a:r>
          </a:p>
          <a:p xmlns:a="http://schemas.openxmlformats.org/drawingml/2006/main">
            <a:r>
              <a:t>정서 반응이 커졌을 때의 대응: 첫 회기는 깊은 과거를 다루지 않는다. 현재 상태와 참여 범위를 확인하고 그림 부담을 낮춘다.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WB-W01</a:t>
            </a:r>
          </a:p>
          <a:p xmlns:a="http://schemas.openxmlformats.org/drawingml/2006/main">
            <a:r>
              <a:t>다음 슬라이드 전환 문장: 먼저 지금 이 자리에 도착한 몸과 감정을 확인하겠습니다.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W01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W01-S03</a:t>
            </a:r>
          </a:p>
          <a:p xmlns:a="http://schemas.openxmlformats.org/drawingml/2006/main">
            <a:r>
              <a:t>목적: 감정과 몸 상태를 현재 시점에서 확인한다.</a:t>
            </a:r>
          </a:p>
          <a:p xmlns:a="http://schemas.openxmlformats.org/drawingml/2006/main">
            <a:r>
              <a:t>권장 시간: 4분</a:t>
            </a:r>
          </a:p>
          <a:p xmlns:a="http://schemas.openxmlformats.org/drawingml/2006/main">
            <a:r>
              <a:t>진행자 실제 발화: “지금의 감정과 몸의 상태를 한 단어로 적어주세요.” 길게 설명하지 않아도 됩니다. 감정이나 몸의 느낌 가운데 지금 가장 가까운 단어 하나만 적어보세요.</a:t>
            </a:r>
          </a:p>
          <a:p xmlns:a="http://schemas.openxmlformats.org/drawingml/2006/main">
            <a:r>
              <a:t>다음 질문: 그 단어는 몸의 어느 부분에서 가장 가까이 느껴지나요?</a:t>
            </a:r>
          </a:p>
          <a:p xmlns:a="http://schemas.openxmlformats.org/drawingml/2006/main">
            <a:r>
              <a:t>참여자가 막혔을 때의 대체 질문: 정확한 감정명이 어렵다면 ‘편안함/불편함/잘 모르겠음’ 중 하나를 골라도 됩니다.</a:t>
            </a:r>
          </a:p>
          <a:p xmlns:a="http://schemas.openxmlformats.org/drawingml/2006/main">
            <a:r>
              <a:t>정서 반응이 커졌을 때의 대응: 첫 회기는 깊은 과거를 다루지 않는다. 현재 상태와 참여 범위를 확인하고 그림 부담을 낮춘다.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WB-W01</a:t>
            </a:r>
          </a:p>
          <a:p xmlns:a="http://schemas.openxmlformats.org/drawingml/2006/main">
            <a:r>
              <a:t>다음 슬라이드 전환 문장: 깊이 들어가기 전에 오늘의 선택권을 다시 확인하겠습니다.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W01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W01-S04</a:t>
            </a:r>
          </a:p>
          <a:p xmlns:a="http://schemas.openxmlformats.org/drawingml/2006/main">
            <a:r>
              <a:t>목적: 말하지 않을 권리, 쉬어갈 권리, 중단 선택을 안내한다.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>진행자 실제 발화: “말하지 않아도, 질문을 건너뛰어도, 잠시 쉬어가도 괜찮습니다.” 이것은 안내 문구가 아니라 실제 선택권입니다. 어떤 질문도 건너뛸 수 있고, 언제든 멈추거나 자리를 옮길 수 있습니다.</a:t>
            </a:r>
          </a:p>
          <a:p xmlns:a="http://schemas.openxmlformats.org/drawingml/2006/main">
            <a:r>
              <a:t>다음 질문: 오늘 자신에게 필요한 참여 방식은 무엇인가요?</a:t>
            </a:r>
          </a:p>
          <a:p xmlns:a="http://schemas.openxmlformats.org/drawingml/2006/main">
            <a:r>
              <a:t>참여자가 막혔을 때의 대체 질문: 지금은 ‘계속하기/건너뛰기/잠시 쉬기’ 중 무엇이 가장 필요한가요?</a:t>
            </a:r>
          </a:p>
          <a:p xmlns:a="http://schemas.openxmlformats.org/drawingml/2006/main">
            <a:r>
              <a:t>정서 반응이 커졌을 때의 대응: 첫 회기는 깊은 과거를 다루지 않는다. 현재 상태와 참여 범위를 확인하고 그림 부담을 낮춘다.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WB-W01</a:t>
            </a:r>
          </a:p>
          <a:p xmlns:a="http://schemas.openxmlformats.org/drawingml/2006/main">
            <a:r>
              <a:t>다음 슬라이드 전환 문장: 선택권을 가진 채 지난 시간과 오늘을 연결해 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W01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W01-S05</a:t>
            </a:r>
          </a:p>
          <a:p xmlns:a="http://schemas.openxmlformats.org/drawingml/2006/main">
            <a:r>
              <a:t>목적: 이전 회기의 삶의 실험과 발견을 현재 장면으로 연결한다.</a:t>
            </a:r>
          </a:p>
          <a:p xmlns:a="http://schemas.openxmlformats.org/drawingml/2006/main">
            <a:r>
              <a:t>권장 시간: 7분</a:t>
            </a:r>
          </a:p>
          <a:p xmlns:a="http://schemas.openxmlformats.org/drawingml/2006/main">
            <a:r>
              <a:t>진행자 실제 발화: “이 과정에서 만나보고 싶은 것은 무엇인가요?” 했는지 못했는지를 평가하지 않겠습니다. 그 사이에 알아차린 작은 변화나 반복 하나만 골라 이야기해 주세요.</a:t>
            </a:r>
          </a:p>
          <a:p xmlns:a="http://schemas.openxmlformats.org/drawingml/2006/main">
            <a:r>
              <a:t>다음 질문: 그 경험에서 새롭게 알아차린 것은 무엇인가요?</a:t>
            </a:r>
          </a:p>
          <a:p xmlns:a="http://schemas.openxmlformats.org/drawingml/2006/main">
            <a:r>
              <a:t>참여자가 막혔을 때의 대체 질문: 특별한 변화가 없었다면 ‘그대로였던 것’ 하나를 말해도 됩니다.</a:t>
            </a:r>
          </a:p>
          <a:p xmlns:a="http://schemas.openxmlformats.org/drawingml/2006/main">
            <a:r>
              <a:t>정서 반응이 커졌을 때의 대응: 첫 회기는 깊은 과거를 다루지 않는다. 현재 상태와 참여 범위를 확인하고 그림 부담을 낮춘다.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WB-W01</a:t>
            </a:r>
          </a:p>
          <a:p xmlns:a="http://schemas.openxmlformats.org/drawingml/2006/main">
            <a:r>
              <a:t>다음 슬라이드 전환 문장: 이제 말로만 설명하지 않고 하나의 장면으로 들어가 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W01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W01-S06</a:t>
            </a:r>
          </a:p>
          <a:p xmlns:a="http://schemas.openxmlformats.org/drawingml/2006/main">
            <a:r>
              <a:t>목적: 짧은 내레이션으로 심리적 장면을 연다.</a:t>
            </a:r>
          </a:p>
          <a:p xmlns:a="http://schemas.openxmlformats.org/drawingml/2006/main">
            <a:r>
              <a:t>권장 시간: 5분</a:t>
            </a:r>
          </a:p>
          <a:p xmlns:a="http://schemas.openxmlformats.org/drawingml/2006/main">
            <a:r>
              <a:t>진행자 실제 발화: 지금부터 짧은 장면을 읽겠습니다. 눈을 감을 필요는 없습니다. “지금의 내가 하나의 공간이라면 어떤 모습일까요? 방, 풍경, 날씨, 섬, 길, 사물 또는 색과 선만으로 표현해도 좋습니다.” 떠오르는 만큼만 머물러 보겠습니다.</a:t>
            </a:r>
          </a:p>
          <a:p xmlns:a="http://schemas.openxmlformats.org/drawingml/2006/main">
            <a:r>
              <a:t>다음 질문: 이 장면에서 가장 먼저 눈에 들어오는 것은 무엇인가요?</a:t>
            </a:r>
          </a:p>
          <a:p xmlns:a="http://schemas.openxmlformats.org/drawingml/2006/main">
            <a:r>
              <a:t>참여자가 막혔을 때의 대체 질문: 장면이 떠오르지 않으면 날씨나 색 하나만 골라도 됩니다.</a:t>
            </a:r>
          </a:p>
          <a:p xmlns:a="http://schemas.openxmlformats.org/drawingml/2006/main">
            <a:r>
              <a:t>정서 반응이 커졌을 때의 대응: 첫 회기는 깊은 과거를 다루지 않는다. 현재 상태와 참여 범위를 확인하고 그림 부담을 낮춘다.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WB-W01</a:t>
            </a:r>
          </a:p>
          <a:p xmlns:a="http://schemas.openxmlformats.org/drawingml/2006/main">
            <a:r>
              <a:t>다음 슬라이드 전환 문장: 장면이 열렸다면 오늘의 그림 활동을 공개하겠습니다.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W01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W01-S07</a:t>
            </a:r>
          </a:p>
          <a:p xmlns:a="http://schemas.openxmlformats.org/drawingml/2006/main">
            <a:r>
              <a:t>목적: 오늘의 그림 활동을 짧고 명확하게 공개한다.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>진행자 실제 발화: 오늘의 활동은 “지금의 나를 하나의 공간으로 그리기”입니다. 완성 예시를 따라 그리지 않고, 자신의 방식으로 시작합니다.</a:t>
            </a:r>
          </a:p>
          <a:p xmlns:a="http://schemas.openxmlformats.org/drawingml/2006/main">
            <a:r>
              <a:t>다음 질문: 이 활동을 어떤 거리와 방식으로 시작하고 싶나요?</a:t>
            </a:r>
          </a:p>
          <a:p xmlns:a="http://schemas.openxmlformats.org/drawingml/2006/main">
            <a:r>
              <a:t>참여자가 막혔을 때의 대체 질문: 사람이나 사물을 그리지 않고 선, 색, 거리만으로 표현한다면 무엇부터 시작할까요?</a:t>
            </a:r>
          </a:p>
          <a:p xmlns:a="http://schemas.openxmlformats.org/drawingml/2006/main">
            <a:r>
              <a:t>정서 반응이 커졌을 때의 대응: 첫 회기는 깊은 과거를 다루지 않는다. 현재 상태와 참여 범위를 확인하고 그림 부담을 낮춘다.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WB-W01</a:t>
            </a:r>
          </a:p>
          <a:p xmlns:a="http://schemas.openxmlformats.org/drawingml/2006/main">
            <a:r>
              <a:t>다음 슬라이드 전환 문장: 시작하기 전에 필요한 재료와 기록 자리를 확인하겠습니다.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W01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W01-S08</a:t>
            </a:r>
          </a:p>
          <a:p xmlns:a="http://schemas.openxmlformats.org/drawingml/2006/main">
            <a:r>
              <a:t>목적: 스케치북, 색연필, 워크북 위치를 확인한다.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>진행자 실제 발화: “스케치북 · 색연필 · 워크북을 준비합니다.” 스케치북은 그림을 위한 자리, 워크북은 말과 발견을 남기는 자리입니다. 준비되면 고개만 들어 주세요.</a:t>
            </a:r>
          </a:p>
          <a:p xmlns:a="http://schemas.openxmlformats.org/drawingml/2006/main">
            <a:r>
              <a:t>다음 질문: 그림과 기록 가운데 어느 것부터 시작하면 편안한가요?</a:t>
            </a:r>
          </a:p>
          <a:p xmlns:a="http://schemas.openxmlformats.org/drawingml/2006/main">
            <a:r>
              <a:t>참여자가 막혔을 때의 대체 질문: 지금 손에 먼저 잡고 싶은 재료 하나만 골라볼까요?</a:t>
            </a:r>
          </a:p>
          <a:p xmlns:a="http://schemas.openxmlformats.org/drawingml/2006/main">
            <a:r>
              <a:t>정서 반응이 커졌을 때의 대응: 첫 회기는 깊은 과거를 다루지 않는다. 현재 상태와 참여 범위를 확인하고 그림 부담을 낮춘다.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WB-W01</a:t>
            </a:r>
          </a:p>
          <a:p xmlns:a="http://schemas.openxmlformats.org/drawingml/2006/main">
            <a:r>
              <a:t>다음 슬라이드 전환 문장: 재료가 준비되면 표현 방법의 선택지를 짧게 안내하겠습니다.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W01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W01-S09</a:t>
            </a:r>
          </a:p>
          <a:p xmlns:a="http://schemas.openxmlformats.org/drawingml/2006/main">
            <a:r>
              <a:t>목적: 그림의 구성 요소와 선택 가능한 표현 방식을 안내한다.</a:t>
            </a:r>
          </a:p>
          <a:p xmlns:a="http://schemas.openxmlformats.org/drawingml/2006/main">
            <a:r>
              <a:t>권장 시간: 5분</a:t>
            </a:r>
          </a:p>
          <a:p xmlns:a="http://schemas.openxmlformats.org/drawingml/2006/main">
            <a:r>
              <a:t>진행자 실제 발화: “방, 풍경, 날씨, 섬, 길, 사물 또는 색과 선으로 표현합니다.” 여기에 나온 요소를 모두 넣을 필요는 없습니다. 글자, 기호, 색면, 선, 비어 있는 자리만 사용해도 좋습니다.</a:t>
            </a:r>
          </a:p>
          <a:p xmlns:a="http://schemas.openxmlformats.org/drawingml/2006/main">
            <a:r>
              <a:t>다음 질문: 여러 요소 중 지금 넣고 싶은 것 하나는 무엇인가요?</a:t>
            </a:r>
          </a:p>
          <a:p xmlns:a="http://schemas.openxmlformats.org/drawingml/2006/main">
            <a:r>
              <a:t>참여자가 막혔을 때의 대체 질문: 사람이나 사물을 그리지 않고 선, 색, 거리만으로 표현한다면 무엇부터 시작할까요?</a:t>
            </a:r>
          </a:p>
          <a:p xmlns:a="http://schemas.openxmlformats.org/drawingml/2006/main">
            <a:r>
              <a:t>정서 반응이 커졌을 때의 대응: 첫 회기는 깊은 과거를 다루지 않는다. 현재 상태와 참여 범위를 확인하고 그림 부담을 낮춘다.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WB-W01</a:t>
            </a:r>
          </a:p>
          <a:p xmlns:a="http://schemas.openxmlformats.org/drawingml/2006/main">
            <a:r>
              <a:t>다음 슬라이드 전환 문장: 이제 잘해야 한다는 부담을 내려놓는 한 문장을 기억하겠습니다.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W01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W01-S10</a:t>
            </a:r>
          </a:p>
          <a:p xmlns:a="http://schemas.openxmlformats.org/drawingml/2006/main">
            <a:r>
              <a:t>목적: 완성도 부담을 낮추고 자기 속도를 허용한다.</a:t>
            </a:r>
          </a:p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>진행자 실제 발화: “잘 그리기보다 지금 느껴지는 만큼 표현합니다.” 이 한 문장만 기억하고 각자의 속도로 시작하겠습니다. 잘 그렸는지는 오늘의 기준이 아닙니다.</a:t>
            </a:r>
          </a:p>
          <a:p xmlns:a="http://schemas.openxmlformats.org/drawingml/2006/main">
            <a:r>
              <a:t>다음 질문: 지금 가능한 만큼은 어느 정도인가요?</a:t>
            </a:r>
          </a:p>
          <a:p xmlns:a="http://schemas.openxmlformats.org/drawingml/2006/main">
            <a:r>
              <a:t>참여자가 막혔을 때의 대체 질문: 완성하지 않아도 괜찮다면 첫 표시를 어디에 남기고 싶나요?</a:t>
            </a:r>
          </a:p>
          <a:p xmlns:a="http://schemas.openxmlformats.org/drawingml/2006/main">
            <a:r>
              <a:t>정서 반응이 커졌을 때의 대응: 첫 회기는 깊은 과거를 다루지 않는다. 현재 상태와 참여 범위를 확인하고 그림 부담을 낮춘다.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WB-W01</a:t>
            </a:r>
          </a:p>
          <a:p xmlns:a="http://schemas.openxmlformats.org/drawingml/2006/main">
            <a:r>
              <a:t>다음 슬라이드 전환 문장: 각자의 속도로 그림 활동을 시작하겠습니다.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W01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W01-S11</a:t>
            </a:r>
          </a:p>
          <a:p xmlns:a="http://schemas.openxmlformats.org/drawingml/2006/main">
            <a:r>
              <a:t>목적: 화면 자극을 낮추고 타이머만 제공한다.</a:t>
            </a:r>
          </a:p>
          <a:p xmlns:a="http://schemas.openxmlformats.org/drawingml/2006/main">
            <a:r>
              <a:t>권장 시간: 25분</a:t>
            </a:r>
          </a:p>
          <a:p xmlns:a="http://schemas.openxmlformats.org/drawingml/2006/main">
            <a:r>
              <a:t>진행자 실제 발화: “25 MIN / 그림을 시작합니다.” 지금부터 25분입니다. 처음 5분과 마지막 5분에만 시간을 안내하겠습니다. 질문이 있으면 손을 들어 주세요.</a:t>
            </a:r>
          </a:p>
          <a:p xmlns:a="http://schemas.openxmlformats.org/drawingml/2006/main">
            <a:r>
              <a:t>다음 질문: 지금 더 필요한 것은 시간, 거리, 재료, 휴식 중 무엇인가요?</a:t>
            </a:r>
          </a:p>
          <a:p xmlns:a="http://schemas.openxmlformats.org/drawingml/2006/main">
            <a:r>
              <a:t>참여자가 막혔을 때의 대체 질문: 지금은 그리지 않고 잠시 바라보거나 한 단어만 적어도 괜찮습니다.</a:t>
            </a:r>
          </a:p>
          <a:p xmlns:a="http://schemas.openxmlformats.org/drawingml/2006/main">
            <a:r>
              <a:t>정서 반응이 커졌을 때의 대응: 첫 회기는 깊은 과거를 다루지 않는다. 현재 상태와 참여 범위를 확인하고 그림 부담을 낮춘다.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WB-W01</a:t>
            </a:r>
          </a:p>
          <a:p xmlns:a="http://schemas.openxmlformats.org/drawingml/2006/main">
            <a:r>
              <a:t>다음 슬라이드 전환 문장: 손을 멈춘 뒤, 수정하기 전에 먼저 작품을 바라보겠습니다.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W01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W01-S12</a:t>
            </a:r>
          </a:p>
          <a:p xmlns:a="http://schemas.openxmlformats.org/drawingml/2006/main">
            <a:r>
              <a:t>목적: 수정 전에 작품을 있는 그대로 바라보게 한다.</a:t>
            </a:r>
          </a:p>
          <a:p xmlns:a="http://schemas.openxmlformats.org/drawingml/2006/main">
            <a:r>
              <a:t>권장 시간: 5분</a:t>
            </a:r>
          </a:p>
          <a:p xmlns:a="http://schemas.openxmlformats.org/drawingml/2006/main">
            <a:r>
              <a:t>진행자 실제 발화: “그림을 바꾸기 전에 먼저 그대로 바라봅니다.” 바로 의미를 정하지 말고, 먼저 실제로 보이는 것과 지금 느껴지는 것을 구분해 천천히 살펴보겠습니다.</a:t>
            </a:r>
          </a:p>
          <a:p xmlns:a="http://schemas.openxmlformats.org/drawingml/2006/main">
            <a:r>
              <a:t>다음 질문: 설명하지 않고 보이는 사실만 말하면 무엇이 있나요?</a:t>
            </a:r>
          </a:p>
          <a:p xmlns:a="http://schemas.openxmlformats.org/drawingml/2006/main">
            <a:r>
              <a:t>참여자가 막혔을 때의 대체 질문: 무엇이 보이는지 말하기 어렵다면 가장 진한 곳, 빈 곳, 시선이 머무는 곳 중 하나를 골라보세요.</a:t>
            </a:r>
          </a:p>
          <a:p xmlns:a="http://schemas.openxmlformats.org/drawingml/2006/main">
            <a:r>
              <a:t>정서 반응이 커졌을 때의 대응: 첫 회기는 깊은 과거를 다루지 않는다. 현재 상태와 참여 범위를 확인하고 그림 부담을 낮춘다.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WB-W01</a:t>
            </a:r>
          </a:p>
          <a:p xmlns:a="http://schemas.openxmlformats.org/drawingml/2006/main">
            <a:r>
              <a:t>다음 슬라이드 전환 문장: 이제 보이는 사실을 붙잡는 질문 하나로 시선을 좁혀보겠습니다.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W01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W01-S13</a:t>
            </a:r>
          </a:p>
          <a:p xmlns:a="http://schemas.openxmlformats.org/drawingml/2006/main">
            <a:r>
              <a:t>목적: 해석이 아닌 보이는 요소를 언어화한다.</a:t>
            </a:r>
          </a:p>
          <a:p xmlns:a="http://schemas.openxmlformats.org/drawingml/2006/main">
            <a:r>
              <a:t>권장 시간: 5분</a:t>
            </a:r>
          </a:p>
          <a:p xmlns:a="http://schemas.openxmlformats.org/drawingml/2006/main">
            <a:r>
              <a:t>진행자 실제 발화: “가장 먼저 눈에 들어오는 것은 무엇인가요?” 바로 의미를 정하지 말고, 먼저 실제로 보이는 것과 지금 느껴지는 것을 구분해 천천히 살펴보겠습니다.</a:t>
            </a:r>
          </a:p>
          <a:p xmlns:a="http://schemas.openxmlformats.org/drawingml/2006/main">
            <a:r>
              <a:t>다음 질문: 설명하지 않고 보이는 사실만 말하면 무엇이 있나요?</a:t>
            </a:r>
          </a:p>
          <a:p xmlns:a="http://schemas.openxmlformats.org/drawingml/2006/main">
            <a:r>
              <a:t>참여자가 막혔을 때의 대체 질문: 무엇이 보이는지 말하기 어렵다면 가장 진한 곳, 빈 곳, 시선이 머무는 곳 중 하나를 골라보세요.</a:t>
            </a:r>
          </a:p>
          <a:p xmlns:a="http://schemas.openxmlformats.org/drawingml/2006/main">
            <a:r>
              <a:t>정서 반응이 커졌을 때의 대응: 첫 회기는 깊은 과거를 다루지 않는다. 현재 상태와 참여 범위를 확인하고 그림 부담을 낮춘다.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WB-W01</a:t>
            </a:r>
          </a:p>
          <a:p xmlns:a="http://schemas.openxmlformats.org/drawingml/2006/main">
            <a:r>
              <a:t>다음 슬라이드 전환 문장: 보이는 것을 확인했으니 그림 속 목소리를 한 문장으로 들어보겠습니다.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W01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W01-S14</a:t>
            </a:r>
          </a:p>
          <a:p xmlns:a="http://schemas.openxmlformats.org/drawingml/2006/main">
            <a:r>
              <a:t>목적: 그림 속 주인공의 1인칭 목소리를 끌어낸다.</a:t>
            </a:r>
          </a:p>
          <a:p xmlns:a="http://schemas.openxmlformats.org/drawingml/2006/main">
            <a:r>
              <a:t>권장 시간: 10분</a:t>
            </a:r>
          </a:p>
          <a:p xmlns:a="http://schemas.openxmlformats.org/drawingml/2006/main">
            <a:r>
              <a:t>진행자 실제 발화: “이 공간이 한 문장을 말한다면 뭐라고 할까요?” 완벽한 문장일 필요는 없습니다. 그림 속 존재가 지금 말하는 것처럼 1인칭 한 문장으로 들려주세요.</a:t>
            </a:r>
          </a:p>
          <a:p xmlns:a="http://schemas.openxmlformats.org/drawingml/2006/main">
            <a:r>
              <a:t>다음 질문: 그 문장을 ‘나는…’으로 시작하면 어떻게 들리나요?</a:t>
            </a:r>
          </a:p>
          <a:p xmlns:a="http://schemas.openxmlformats.org/drawingml/2006/main">
            <a:r>
              <a:t>참여자가 막혔을 때의 대체 질문: 문장 대신 한 단어, 소리, 또는 말하지 않기를 선택해도 됩니다.</a:t>
            </a:r>
          </a:p>
          <a:p xmlns:a="http://schemas.openxmlformats.org/drawingml/2006/main">
            <a:r>
              <a:t>정서 반응이 커졌을 때의 대응: 첫 회기는 깊은 과거를 다루지 않는다. 현재 상태와 참여 범위를 확인하고 그림 부담을 낮춘다.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WB-W01</a:t>
            </a:r>
          </a:p>
          <a:p xmlns:a="http://schemas.openxmlformats.org/drawingml/2006/main">
            <a:r>
              <a:t>다음 슬라이드 전환 문장: 그 목소리가 지켜온 것과 지금 필요한 것을 함께 살펴보겠습니다.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W01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W01-S15</a:t>
            </a:r>
          </a:p>
          <a:p xmlns:a="http://schemas.openxmlformats.org/drawingml/2006/main">
            <a:r>
              <a:t>목적: 욕구·두려움·보호방식·대가를 구조화한다.</a:t>
            </a:r>
          </a:p>
          <a:p xmlns:a="http://schemas.openxmlformats.org/drawingml/2006/main">
            <a:r>
              <a:t>권장 시간: 10분</a:t>
            </a:r>
          </a:p>
          <a:p xmlns:a="http://schemas.openxmlformats.org/drawingml/2006/main">
            <a:r>
              <a:t>진행자 실제 발화: “이 공간이 지키는 것과 지금 필요로 하는 것은 무엇인가요?” 제가 의미를 정하지 않겠습니다. 당신이 고른 단어를 중심으로, 지켜준 점과 지금 필요한 점을 함께 보겠습니다.</a:t>
            </a:r>
          </a:p>
          <a:p xmlns:a="http://schemas.openxmlformats.org/drawingml/2006/main">
            <a:r>
              <a:t>다음 질문: 그 방식이 지켜준 것과 지금 치르는 대가는 각각 무엇인가요?</a:t>
            </a:r>
          </a:p>
          <a:p xmlns:a="http://schemas.openxmlformats.org/drawingml/2006/main">
            <a:r>
              <a:t>참여자가 막혔을 때의 대체 질문: 욕구가 어렵다면 ‘더 가까이/더 멀리/그대로’ 중 어디에 가까운가요?</a:t>
            </a:r>
          </a:p>
          <a:p xmlns:a="http://schemas.openxmlformats.org/drawingml/2006/main">
            <a:r>
              <a:t>정서 반응이 커졌을 때의 대응: 첫 회기는 깊은 과거를 다루지 않는다. 현재 상태와 참여 범위를 확인하고 그림 부담을 낮춘다.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WB-W01</a:t>
            </a:r>
          </a:p>
          <a:p xmlns:a="http://schemas.openxmlformats.org/drawingml/2006/main">
            <a:r>
              <a:t>다음 슬라이드 전환 문장: 정답을 만들지 않고, 들은 핵심을 소그룹에서 반영해 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W01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W01-S16</a:t>
            </a:r>
          </a:p>
          <a:p xmlns:a="http://schemas.openxmlformats.org/drawingml/2006/main">
            <a:r>
              <a:t>목적: 조언·평가·대리 해석을 막고 반영 중심으로 나눈다.</a:t>
            </a:r>
          </a:p>
          <a:p xmlns:a="http://schemas.openxmlformats.org/drawingml/2006/main">
            <a:r>
              <a:t>권장 시간: 15분</a:t>
            </a:r>
          </a:p>
          <a:p xmlns:a="http://schemas.openxmlformats.org/drawingml/2006/main">
            <a:r>
              <a:t>진행자 실제 발화: “2인 나눔 / 설명·조언·해석 없이 듣고 반영합니다.” 듣는 사람은 조언하거나 해석하지 않습니다. ‘제가 들은 핵심은…’으로 한 번만 반영해 주세요.</a:t>
            </a:r>
          </a:p>
          <a:p xmlns:a="http://schemas.openxmlformats.org/drawingml/2006/main">
            <a:r>
              <a:t>다음 질문: 상대의 말에서 그대로 되돌려 주고 싶은 핵심 단어는 무엇인가요?</a:t>
            </a:r>
          </a:p>
          <a:p xmlns:a="http://schemas.openxmlformats.org/drawingml/2006/main">
            <a:r>
              <a:t>참여자가 막혔을 때의 대체 질문: 설명 대신 작품에서 소개하고 싶은 부분 하나만 가리켜도 됩니다.</a:t>
            </a:r>
          </a:p>
          <a:p xmlns:a="http://schemas.openxmlformats.org/drawingml/2006/main">
            <a:r>
              <a:t>정서 반응이 커졌을 때의 대응: 첫 회기는 깊은 과거를 다루지 않는다. 현재 상태와 참여 범위를 확인하고 그림 부담을 낮춘다.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WB-W01</a:t>
            </a:r>
          </a:p>
          <a:p xmlns:a="http://schemas.openxmlformats.org/drawingml/2006/main">
            <a:r>
              <a:t>다음 슬라이드 전환 문장: 소그룹에서 나온 문장 가운데 전체와 나누고 싶은 것을 선택하겠습니다.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W01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W01-S17</a:t>
            </a:r>
          </a:p>
          <a:p xmlns:a="http://schemas.openxmlformats.org/drawingml/2006/main">
            <a:r>
              <a:t>목적: 회기의 핵심 문장을 전체 장면으로 통합한다.</a:t>
            </a:r>
          </a:p>
          <a:p xmlns:a="http://schemas.openxmlformats.org/drawingml/2006/main">
            <a:r>
              <a:t>권장 시간: 8분</a:t>
            </a:r>
          </a:p>
          <a:p xmlns:a="http://schemas.openxmlformats.org/drawingml/2006/main">
            <a:r>
              <a:t>진행자 실제 발화: “이 과정에서 만나고 싶은 한 가지를 말합니다.” 모두가 말할 필요는 없습니다. 나누고 싶은 분의 문장 두세 개만 받고, 서로 다른 표현을 그대로 두겠습니다.</a:t>
            </a:r>
          </a:p>
          <a:p xmlns:a="http://schemas.openxmlformats.org/drawingml/2006/main">
            <a:r>
              <a:t>다음 질문: 오늘의 여러 문장 사이에서 공통으로 남는 것은 무엇인가요?</a:t>
            </a:r>
          </a:p>
          <a:p xmlns:a="http://schemas.openxmlformats.org/drawingml/2006/main">
            <a:r>
              <a:t>참여자가 막혔을 때의 대체 질문: 전체 이야기가 어렵다면 오늘 남기고 싶은 단어 하나만 골라도 됩니다.</a:t>
            </a:r>
          </a:p>
          <a:p xmlns:a="http://schemas.openxmlformats.org/drawingml/2006/main">
            <a:r>
              <a:t>정서 반응이 커졌을 때의 대응: 첫 회기는 깊은 과거를 다루지 않는다. 현재 상태와 참여 범위를 확인하고 그림 부담을 낮춘다.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WB-W01</a:t>
            </a:r>
          </a:p>
          <a:p xmlns:a="http://schemas.openxmlformats.org/drawingml/2006/main">
            <a:r>
              <a:t>다음 슬라이드 전환 문장: 오늘의 발견을 생활에서 확인할 수 있는 작은 행동으로 옮기겠습니다.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W01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W01-S18</a:t>
            </a:r>
          </a:p>
          <a:p xmlns:a="http://schemas.openxmlformats.org/drawingml/2006/main">
            <a:r>
              <a:t>목적: 생활 속 관찰이나 작게 실행할 행동으로 번역한다.</a:t>
            </a:r>
          </a:p>
          <a:p xmlns:a="http://schemas.openxmlformats.org/drawingml/2006/main">
            <a:r>
              <a:t>권장 시간: 5분</a:t>
            </a:r>
          </a:p>
          <a:p xmlns:a="http://schemas.openxmlformats.org/drawingml/2006/main">
            <a:r>
              <a:t>진행자 실제 발화: “하루 한 번 ‘지금 내 마음의 날씨는 ______이다’를 기록합니다.” 크게 바꾸기보다 실제 생활에서 확인할 수 있는 가장 작은 행동과 다시 시작하는 방법을 정하겠습니다.</a:t>
            </a:r>
          </a:p>
          <a:p xmlns:a="http://schemas.openxmlformats.org/drawingml/2006/main">
            <a:r>
              <a:t>다음 질문: 이 행동을 가장 작게 시작한다면 언제 무엇을 하면 될까요?</a:t>
            </a:r>
          </a:p>
          <a:p xmlns:a="http://schemas.openxmlformats.org/drawingml/2006/main">
            <a:r>
              <a:t>참여자가 막혔을 때의 대체 질문: 행동 대신 ‘멈출 것 하나’ 또는 ‘도움을 요청할 사람 하나’를 정해도 됩니다.</a:t>
            </a:r>
          </a:p>
          <a:p xmlns:a="http://schemas.openxmlformats.org/drawingml/2006/main">
            <a:r>
              <a:t>정서 반응이 커졌을 때의 대응: 첫 회기는 깊은 과거를 다루지 않는다. 현재 상태와 참여 범위를 확인하고 그림 부담을 낮춘다.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WB-W01</a:t>
            </a:r>
          </a:p>
          <a:p xmlns:a="http://schemas.openxmlformats.org/drawingml/2006/main">
            <a:r>
              <a:t>다음 슬라이드 전환 문장: 마지막으로 자신의 언어로 회기를 닫는 문장을 완성하겠습니다.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W01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W01-S19</a:t>
            </a:r>
          </a:p>
          <a:p xmlns:a="http://schemas.openxmlformats.org/drawingml/2006/main">
            <a:r>
              <a:t>목적: 발화자가 완성한 문장으로 회기를 닫는다.</a:t>
            </a:r>
          </a:p>
          <a:p xmlns:a="http://schemas.openxmlformats.org/drawingml/2006/main">
            <a:r>
              <a:t>권장 시간: 6분</a:t>
            </a:r>
          </a:p>
          <a:p xmlns:a="http://schemas.openxmlformats.org/drawingml/2006/main">
            <a:r>
              <a:t>진행자 실제 발화: “지금의 나는 ______한 공간에 있다.” 빈칸은 자신의 단어로 완성합니다. 원한다면 직접 읽고, 읽지 않고 기록만 남겨도 괜찮습니다.</a:t>
            </a:r>
          </a:p>
          <a:p xmlns:a="http://schemas.openxmlformats.org/drawingml/2006/main">
            <a:r>
              <a:t>다음 질문: 이 문장을 오늘의 나에게 어떤 목소리로 들려주고 싶나요?</a:t>
            </a:r>
          </a:p>
          <a:p xmlns:a="http://schemas.openxmlformats.org/drawingml/2006/main">
            <a:r>
              <a:t>참여자가 막혔을 때의 대체 질문: 빈칸을 채우지 않고 지금 남은 느낌만 표시해도 괜찮습니다.</a:t>
            </a:r>
          </a:p>
          <a:p xmlns:a="http://schemas.openxmlformats.org/drawingml/2006/main">
            <a:r>
              <a:t>정서 반응이 커졌을 때의 대응: 첫 회기는 깊은 과거를 다루지 않는다. 현재 상태와 참여 범위를 확인하고 그림 부담을 낮춘다.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WB-W01</a:t>
            </a:r>
          </a:p>
          <a:p xmlns:a="http://schemas.openxmlformats.org/drawingml/2006/main">
            <a:r>
              <a:t>다음 슬라이드 전환 문장: 오늘의 문장을 자신의 기록으로 남기고, 서두르지 않고 회기를 마치겠습니다.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W01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7cf9a2c1b349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8ac0314da64840" /><Relationship Type="http://schemas.openxmlformats.org/officeDocument/2006/relationships/slideLayout" Target="/ppt/slideLayouts/slideLayout1.xml" Id="R6781020531844f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81020531844f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05ab9466e4392" /><Relationship Type="http://schemas.openxmlformats.org/officeDocument/2006/relationships/notesSlide" Target="/ppt/notesSlides/notesSlide1.xml" Id="R88f3feb6b12743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a62407463c45e4" /><Relationship Type="http://schemas.openxmlformats.org/officeDocument/2006/relationships/notesSlide" Target="/ppt/notesSlides/notesSlide2.xml" Id="Racaa74fff11d44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b9ed2fef948ec" /><Relationship Type="http://schemas.openxmlformats.org/officeDocument/2006/relationships/notesSlide" Target="/ppt/notesSlides/notesSlide3.xml" Id="R75922e3d79df4f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200f5fdf3496a" /><Relationship Type="http://schemas.openxmlformats.org/officeDocument/2006/relationships/notesSlide" Target="/ppt/notesSlides/notesSlide4.xml" Id="Rb1f3d9d3686b4b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16511a72747a2" /><Relationship Type="http://schemas.openxmlformats.org/officeDocument/2006/relationships/notesSlide" Target="/ppt/notesSlides/notesSlide5.xml" Id="R42b47b7ded254a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c7a77103b445f" /><Relationship Type="http://schemas.openxmlformats.org/officeDocument/2006/relationships/notesSlide" Target="/ppt/notesSlides/notesSlide6.xml" Id="R4a877a3ff93e4f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a0efb58704aca" /><Relationship Type="http://schemas.openxmlformats.org/officeDocument/2006/relationships/notesSlide" Target="/ppt/notesSlides/notesSlide7.xml" Id="Rc089ed7ee74f4c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034b368a74c55" /><Relationship Type="http://schemas.openxmlformats.org/officeDocument/2006/relationships/notesSlide" Target="/ppt/notesSlides/notesSlide8.xml" Id="Rf74a603569da46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253ed06d245c3" /><Relationship Type="http://schemas.openxmlformats.org/officeDocument/2006/relationships/notesSlide" Target="/ppt/notesSlides/notesSlide9.xml" Id="R6323037790a746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9bd73eee24087" /><Relationship Type="http://schemas.openxmlformats.org/officeDocument/2006/relationships/notesSlide" Target="/ppt/notesSlides/notesSlide10.xml" Id="R432395a148434ce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89178cb62485a" /><Relationship Type="http://schemas.openxmlformats.org/officeDocument/2006/relationships/notesSlide" Target="/ppt/notesSlides/notesSlide11.xml" Id="Re838167bca294f1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8863d910641af" /><Relationship Type="http://schemas.openxmlformats.org/officeDocument/2006/relationships/notesSlide" Target="/ppt/notesSlides/notesSlide12.xml" Id="R01956823836f44a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ce2b93bf249f8" /><Relationship Type="http://schemas.openxmlformats.org/officeDocument/2006/relationships/notesSlide" Target="/ppt/notesSlides/notesSlide13.xml" Id="R0275c879b7404f1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b080738a24c81" /><Relationship Type="http://schemas.openxmlformats.org/officeDocument/2006/relationships/notesSlide" Target="/ppt/notesSlides/notesSlide14.xml" Id="R47ee50499976428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2c00959844688" /><Relationship Type="http://schemas.openxmlformats.org/officeDocument/2006/relationships/notesSlide" Target="/ppt/notesSlides/notesSlide15.xml" Id="Rc786fc25cc6b463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f4704003144a8" /><Relationship Type="http://schemas.openxmlformats.org/officeDocument/2006/relationships/notesSlide" Target="/ppt/notesSlides/notesSlide16.xml" Id="R0e6fbe47e751413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7046f3c554ebd" /><Relationship Type="http://schemas.openxmlformats.org/officeDocument/2006/relationships/notesSlide" Target="/ppt/notesSlides/notesSlide17.xml" Id="R50c8194261a4422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9283a1a5146b4" /><Relationship Type="http://schemas.openxmlformats.org/officeDocument/2006/relationships/notesSlide" Target="/ppt/notesSlides/notesSlide18.xml" Id="Reac7a210b07048a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62d9ed1a94e58" /><Relationship Type="http://schemas.openxmlformats.org/officeDocument/2006/relationships/notesSlide" Target="/ppt/notesSlides/notesSlide19.xml" Id="R6fcd135e186c4f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1-S01-week">
            <a:extLst xmlns:a="http://schemas.openxmlformats.org/drawingml/2006/main">
              <a:ext uri="{FF2B5EF4-FFF2-40B4-BE49-F238E27FC236}">
                <a16:creationId xmlns:a16="http://schemas.microsoft.com/office/drawing/2014/main" id="{C3A15391-7821-4F14-BC1E-AC13E016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W01  /  01</a:t>
            </a:r>
          </a:p>
        </p:txBody>
      </p:sp>
      <p:sp>
        <p:nvSpPr>
          <p:cNvPr id="2" name="W01-S01-label">
            <a:extLst xmlns:a="http://schemas.openxmlformats.org/drawingml/2006/main">
              <a:ext uri="{FF2B5EF4-FFF2-40B4-BE49-F238E27FC236}">
                <a16:creationId xmlns:a16="http://schemas.microsoft.com/office/drawing/2014/main" id="{CA25C102-923E-44B8-ACCE-6F8F57AB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주차 타이틀</a:t>
            </a:r>
          </a:p>
        </p:txBody>
      </p:sp>
      <p:sp>
        <p:nvSpPr>
          <p:cNvPr id="3" name="W01-S01-brand">
            <a:extLst xmlns:a="http://schemas.openxmlformats.org/drawingml/2006/main">
              <a:ext uri="{FF2B5EF4-FFF2-40B4-BE49-F238E27FC236}">
                <a16:creationId xmlns:a16="http://schemas.microsoft.com/office/drawing/2014/main" id="{04DD3D93-2628-4FC5-92F7-D7F0EFAE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1-S01-id">
            <a:extLst xmlns:a="http://schemas.openxmlformats.org/drawingml/2006/main">
              <a:ext uri="{FF2B5EF4-FFF2-40B4-BE49-F238E27FC236}">
                <a16:creationId xmlns:a16="http://schemas.microsoft.com/office/drawing/2014/main" id="{73B1F8DB-5FC8-4248-9903-C45FB707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W01-S01</a:t>
            </a:r>
          </a:p>
        </p:txBody>
      </p:sp>
      <p:sp>
        <p:nvSpPr>
          <p:cNvPr id="5" name="W01-S01-giant-week">
            <a:extLst xmlns:a="http://schemas.openxmlformats.org/drawingml/2006/main">
              <a:ext uri="{FF2B5EF4-FFF2-40B4-BE49-F238E27FC236}">
                <a16:creationId xmlns:a16="http://schemas.microsoft.com/office/drawing/2014/main" id="{4EAEC863-AD64-41CE-AB39-D449D25E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85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0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0" b="1">
                <a:solidFill>
                  <a:srgbClr val="A8C2D1"/>
                </a:solidFill>
                <a:latin typeface="Noto Sans KR"/>
                <a:ea typeface="Noto Sans KR"/>
                <a:cs typeface="Noto Sans KR"/>
              </a:defRPr>
            </a:pPr>
            <a:r>
              <a:rPr sz="16500" b="1">
                <a:solidFill>
                  <a:srgbClr val="A8C2D1"/>
                </a:solidFill>
                <a:latin typeface="Noto Sans KR"/>
                <a:ea typeface="Noto Sans KR"/>
                <a:cs typeface="Noto Sans KR"/>
              </a:rPr>
              <a:t>W01</a:t>
            </a:r>
          </a:p>
        </p:txBody>
      </p:sp>
      <p:sp>
        <p:nvSpPr>
          <p:cNvPr id="6" name="W01-S01-title-rule">
            <a:extLst xmlns:a="http://schemas.openxmlformats.org/drawingml/2006/main">
              <a:ext uri="{FF2B5EF4-FFF2-40B4-BE49-F238E27FC236}">
                <a16:creationId xmlns:a16="http://schemas.microsoft.com/office/drawing/2014/main" id="{968F1018-30B0-4D57-82F0-5A32F70D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1638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7" name="W01-S01-body">
            <a:extLst xmlns:a="http://schemas.openxmlformats.org/drawingml/2006/main">
              <a:ext uri="{FF2B5EF4-FFF2-40B4-BE49-F238E27FC236}">
                <a16:creationId xmlns:a16="http://schemas.microsoft.com/office/drawing/2014/main" id="{34101B5E-73FE-4A1D-BAA4-95784AC0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14382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7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7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W01 / 지금의 나를 바라보는 자리</a:t>
            </a:r>
          </a:p>
        </p:txBody>
      </p:sp>
      <p:sp>
        <p:nvSpPr>
          <p:cNvPr id="8" name="W01-S01-prompt">
            <a:extLst xmlns:a="http://schemas.openxmlformats.org/drawingml/2006/main">
              <a:ext uri="{FF2B5EF4-FFF2-40B4-BE49-F238E27FC236}">
                <a16:creationId xmlns:a16="http://schemas.microsoft.com/office/drawing/2014/main" id="{E2612DE2-148D-442E-8E2D-C0E392D1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962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95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ARRIVE  ·  DRAW  ·  READ  ·  CONNECT</a:t>
            </a:r>
          </a:p>
        </p:txBody>
      </p:sp>
      <p:sp>
        <p:nvSpPr>
          <p:cNvPr id="9" name="W01-S01-circle">
            <a:extLst xmlns:a="http://schemas.openxmlformats.org/drawingml/2006/main">
              <a:ext uri="{FF2B5EF4-FFF2-40B4-BE49-F238E27FC236}">
                <a16:creationId xmlns:a16="http://schemas.microsoft.com/office/drawing/2014/main" id="{F58B56C0-E229-467E-9813-AE72BA50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7239000"/>
            <a:ext cx="1428750" cy="1428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1828"/>
            </a:solidFill>
            <a:prstDash val="solid"/>
          </a:ln>
        </p:spPr>
      </p:sp>
      <p:sp>
        <p:nvSpPr>
          <p:cNvPr id="10" name="W01-S01-circle-line">
            <a:extLst xmlns:a="http://schemas.openxmlformats.org/drawingml/2006/main">
              <a:ext uri="{FF2B5EF4-FFF2-40B4-BE49-F238E27FC236}">
                <a16:creationId xmlns:a16="http://schemas.microsoft.com/office/drawing/2014/main" id="{148C4FAD-D158-4515-86AA-C21C60A5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7096125"/>
            <a:ext cx="285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997814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1-S02-week">
            <a:extLst xmlns:a="http://schemas.openxmlformats.org/drawingml/2006/main">
              <a:ext uri="{FF2B5EF4-FFF2-40B4-BE49-F238E27FC236}">
                <a16:creationId xmlns:a16="http://schemas.microsoft.com/office/drawing/2014/main" id="{B0A91090-3FCE-4C51-AE3B-3563685F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W01  /  02</a:t>
            </a:r>
          </a:p>
        </p:txBody>
      </p:sp>
      <p:sp>
        <p:nvSpPr>
          <p:cNvPr id="2" name="W01-S02-label">
            <a:extLst xmlns:a="http://schemas.openxmlformats.org/drawingml/2006/main">
              <a:ext uri="{FF2B5EF4-FFF2-40B4-BE49-F238E27FC236}">
                <a16:creationId xmlns:a16="http://schemas.microsoft.com/office/drawing/2014/main" id="{02C5A40B-1C72-479D-9011-C314A989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오늘의 장면</a:t>
            </a:r>
          </a:p>
        </p:txBody>
      </p:sp>
      <p:sp>
        <p:nvSpPr>
          <p:cNvPr id="3" name="W01-S02-brand">
            <a:extLst xmlns:a="http://schemas.openxmlformats.org/drawingml/2006/main">
              <a:ext uri="{FF2B5EF4-FFF2-40B4-BE49-F238E27FC236}">
                <a16:creationId xmlns:a16="http://schemas.microsoft.com/office/drawing/2014/main" id="{0A317274-5A84-45D1-9ECB-55F2B04B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1-S02-id">
            <a:extLst xmlns:a="http://schemas.openxmlformats.org/drawingml/2006/main">
              <a:ext uri="{FF2B5EF4-FFF2-40B4-BE49-F238E27FC236}">
                <a16:creationId xmlns:a16="http://schemas.microsoft.com/office/drawing/2014/main" id="{E5F99CBE-F466-41D0-97FC-B1771685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W01-S02</a:t>
            </a:r>
          </a:p>
        </p:txBody>
      </p:sp>
      <p:sp>
        <p:nvSpPr>
          <p:cNvPr id="5" name="W01-S02-backword">
            <a:extLst xmlns:a="http://schemas.openxmlformats.org/drawingml/2006/main">
              <a:ext uri="{FF2B5EF4-FFF2-40B4-BE49-F238E27FC236}">
                <a16:creationId xmlns:a16="http://schemas.microsoft.com/office/drawing/2014/main" id="{A2420269-B066-4FED-97BF-528E5D7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76375"/>
            <a:ext cx="923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55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0" b="1">
                <a:solidFill>
                  <a:srgbClr val="A8C2D1">
                    <a:alpha val="25000"/>
                  </a:srgbClr>
                </a:solidFill>
                <a:latin typeface="Noto Sans KR"/>
                <a:ea typeface="Noto Sans KR"/>
                <a:cs typeface="Noto Sans KR"/>
              </a:defRPr>
            </a:pPr>
            <a:r>
              <a:rPr sz="12750" b="1">
                <a:solidFill>
                  <a:srgbClr val="A8C2D1">
                    <a:alpha val="25000"/>
                  </a:srgbClr>
                </a:solidFill>
                <a:latin typeface="Noto Sans KR"/>
                <a:ea typeface="Noto Sans KR"/>
                <a:cs typeface="Noto Sans KR"/>
              </a:rPr>
              <a:t>SCENE</a:t>
            </a:r>
          </a:p>
        </p:txBody>
      </p:sp>
      <p:sp>
        <p:nvSpPr>
          <p:cNvPr id="6" name="W01-S02-accent">
            <a:extLst xmlns:a="http://schemas.openxmlformats.org/drawingml/2006/main">
              <a:ext uri="{FF2B5EF4-FFF2-40B4-BE49-F238E27FC236}">
                <a16:creationId xmlns:a16="http://schemas.microsoft.com/office/drawing/2014/main" id="{4AB2926C-1190-4584-BA98-530F3C6B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20955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D1"/>
          </a:solidFill>
          <a:ln xmlns:a="http://schemas.openxmlformats.org/drawingml/2006/main" w="0">
            <a:solidFill>
              <a:srgbClr val="A8C2D1"/>
            </a:solidFill>
            <a:prstDash val="solid"/>
          </a:ln>
        </p:spPr>
      </p:sp>
      <p:sp>
        <p:nvSpPr>
          <p:cNvPr id="7" name="W01-S02-body">
            <a:extLst xmlns:a="http://schemas.openxmlformats.org/drawingml/2006/main">
              <a:ext uri="{FF2B5EF4-FFF2-40B4-BE49-F238E27FC236}">
                <a16:creationId xmlns:a16="http://schemas.microsoft.com/office/drawing/2014/main" id="{D1125317-58A1-4236-B59A-67871213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71750"/>
            <a:ext cx="13525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67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오늘은 현재의 나에게 도착합니다.</a:t>
            </a:r>
          </a:p>
        </p:txBody>
      </p:sp>
      <p:sp>
        <p:nvSpPr>
          <p:cNvPr id="8" name="W01-S02-pause">
            <a:extLst xmlns:a="http://schemas.openxmlformats.org/drawingml/2006/main">
              <a:ext uri="{FF2B5EF4-FFF2-40B4-BE49-F238E27FC236}">
                <a16:creationId xmlns:a16="http://schemas.microsoft.com/office/drawing/2014/main" id="{0C64C076-5D82-46B0-A45B-35F5CCDE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23900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잠시 머물러 봅니다.</a:t>
            </a:r>
          </a:p>
        </p:txBody>
      </p:sp>
    </p:spTree>
    <p:extLst>
      <p:ext uri="{BB962C8B-B14F-4D97-AF65-F5344CB8AC3E}">
        <p14:creationId xmlns:p14="http://schemas.microsoft.com/office/powerpoint/2010/main" val="12482380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1-S03-week">
            <a:extLst xmlns:a="http://schemas.openxmlformats.org/drawingml/2006/main">
              <a:ext uri="{FF2B5EF4-FFF2-40B4-BE49-F238E27FC236}">
                <a16:creationId xmlns:a16="http://schemas.microsoft.com/office/drawing/2014/main" id="{25F221F4-B7A3-4F10-8271-FEDFB67B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W01  /  03</a:t>
            </a:r>
          </a:p>
        </p:txBody>
      </p:sp>
      <p:sp>
        <p:nvSpPr>
          <p:cNvPr id="2" name="W01-S03-label">
            <a:extLst xmlns:a="http://schemas.openxmlformats.org/drawingml/2006/main">
              <a:ext uri="{FF2B5EF4-FFF2-40B4-BE49-F238E27FC236}">
                <a16:creationId xmlns:a16="http://schemas.microsoft.com/office/drawing/2014/main" id="{FA57BCDE-39F6-4FFC-8672-70356FBA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현재 상태 한 단어</a:t>
            </a:r>
          </a:p>
        </p:txBody>
      </p:sp>
      <p:sp>
        <p:nvSpPr>
          <p:cNvPr id="3" name="W01-S03-brand">
            <a:extLst xmlns:a="http://schemas.openxmlformats.org/drawingml/2006/main">
              <a:ext uri="{FF2B5EF4-FFF2-40B4-BE49-F238E27FC236}">
                <a16:creationId xmlns:a16="http://schemas.microsoft.com/office/drawing/2014/main" id="{9EB09D3E-027E-42CF-960C-1D769A09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1-S03-id">
            <a:extLst xmlns:a="http://schemas.openxmlformats.org/drawingml/2006/main">
              <a:ext uri="{FF2B5EF4-FFF2-40B4-BE49-F238E27FC236}">
                <a16:creationId xmlns:a16="http://schemas.microsoft.com/office/drawing/2014/main" id="{39DA2815-340C-4ACF-8EA5-716971D9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W01-S03</a:t>
            </a:r>
          </a:p>
        </p:txBody>
      </p:sp>
      <p:sp>
        <p:nvSpPr>
          <p:cNvPr id="5" name="W01-S03-q">
            <a:extLst xmlns:a="http://schemas.openxmlformats.org/drawingml/2006/main">
              <a:ext uri="{FF2B5EF4-FFF2-40B4-BE49-F238E27FC236}">
                <a16:creationId xmlns:a16="http://schemas.microsoft.com/office/drawing/2014/main" id="{CD58AC5C-9334-449F-A50D-B215EB55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3333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0" b="1">
                <a:solidFill>
                  <a:srgbClr val="A8C2D1"/>
                </a:solidFill>
                <a:latin typeface="Noto Sans KR"/>
                <a:ea typeface="Noto Sans KR"/>
                <a:cs typeface="Noto Sans KR"/>
              </a:defRPr>
            </a:pPr>
            <a:r>
              <a:rPr sz="14250" b="1">
                <a:solidFill>
                  <a:srgbClr val="A8C2D1"/>
                </a:solidFill>
                <a:latin typeface="Noto Sans KR"/>
                <a:ea typeface="Noto Sans KR"/>
                <a:cs typeface="Noto Sans KR"/>
              </a:rPr>
              <a:t>Q.</a:t>
            </a:r>
          </a:p>
        </p:txBody>
      </p:sp>
      <p:sp>
        <p:nvSpPr>
          <p:cNvPr id="6" name="W01-S03-body">
            <a:extLst xmlns:a="http://schemas.openxmlformats.org/drawingml/2006/main">
              <a:ext uri="{FF2B5EF4-FFF2-40B4-BE49-F238E27FC236}">
                <a16:creationId xmlns:a16="http://schemas.microsoft.com/office/drawing/2014/main" id="{342EBC0C-2987-46F5-BB00-C619A93D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132397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지금의 감정과 몸의 상태를 한 단어로 적어주세요.</a:t>
            </a:r>
          </a:p>
        </p:txBody>
      </p:sp>
      <p:sp>
        <p:nvSpPr>
          <p:cNvPr id="7" name="W01-S03-under">
            <a:extLst xmlns:a="http://schemas.openxmlformats.org/drawingml/2006/main">
              <a:ext uri="{FF2B5EF4-FFF2-40B4-BE49-F238E27FC236}">
                <a16:creationId xmlns:a16="http://schemas.microsoft.com/office/drawing/2014/main" id="{21C764F3-37CF-4080-BB51-4010D92F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524750"/>
            <a:ext cx="723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D1"/>
          </a:solidFill>
          <a:ln xmlns:a="http://schemas.openxmlformats.org/drawingml/2006/main" w="0">
            <a:solidFill>
              <a:srgbClr val="A8C2D1"/>
            </a:solidFill>
            <a:prstDash val="solid"/>
          </a:ln>
        </p:spPr>
      </p:sp>
      <p:sp>
        <p:nvSpPr>
          <p:cNvPr id="8" name="W01-S03-cue">
            <a:extLst xmlns:a="http://schemas.openxmlformats.org/drawingml/2006/main">
              <a:ext uri="{FF2B5EF4-FFF2-40B4-BE49-F238E27FC236}">
                <a16:creationId xmlns:a16="http://schemas.microsoft.com/office/drawing/2014/main" id="{9E1C0FF7-6C4A-4CB1-B5F8-9FCB55C5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905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보이는 것부터, 자신의 언어로.</a:t>
            </a:r>
          </a:p>
        </p:txBody>
      </p:sp>
    </p:spTree>
    <p:extLst>
      <p:ext uri="{BB962C8B-B14F-4D97-AF65-F5344CB8AC3E}">
        <p14:creationId xmlns:p14="http://schemas.microsoft.com/office/powerpoint/2010/main" val="930880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1-S04-week">
            <a:extLst xmlns:a="http://schemas.openxmlformats.org/drawingml/2006/main">
              <a:ext uri="{FF2B5EF4-FFF2-40B4-BE49-F238E27FC236}">
                <a16:creationId xmlns:a16="http://schemas.microsoft.com/office/drawing/2014/main" id="{EA8E0AD0-E7A9-4C1F-B871-D2C958A2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W01  /  04</a:t>
            </a:r>
          </a:p>
        </p:txBody>
      </p:sp>
      <p:sp>
        <p:nvSpPr>
          <p:cNvPr id="2" name="W01-S04-label">
            <a:extLst xmlns:a="http://schemas.openxmlformats.org/drawingml/2006/main">
              <a:ext uri="{FF2B5EF4-FFF2-40B4-BE49-F238E27FC236}">
                <a16:creationId xmlns:a16="http://schemas.microsoft.com/office/drawing/2014/main" id="{7D958C26-0AD5-4DCC-AEBD-FEF719D0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참여 선택권</a:t>
            </a:r>
          </a:p>
        </p:txBody>
      </p:sp>
      <p:sp>
        <p:nvSpPr>
          <p:cNvPr id="3" name="W01-S04-brand">
            <a:extLst xmlns:a="http://schemas.openxmlformats.org/drawingml/2006/main">
              <a:ext uri="{FF2B5EF4-FFF2-40B4-BE49-F238E27FC236}">
                <a16:creationId xmlns:a16="http://schemas.microsoft.com/office/drawing/2014/main" id="{55059DBC-88F5-4AA2-BA9E-2DAF0D35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1-S04-id">
            <a:extLst xmlns:a="http://schemas.openxmlformats.org/drawingml/2006/main">
              <a:ext uri="{FF2B5EF4-FFF2-40B4-BE49-F238E27FC236}">
                <a16:creationId xmlns:a16="http://schemas.microsoft.com/office/drawing/2014/main" id="{EA6F4FA3-8CE1-48EA-9E55-202D77C2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W01-S04</a:t>
            </a:r>
          </a:p>
        </p:txBody>
      </p:sp>
      <p:sp>
        <p:nvSpPr>
          <p:cNvPr id="5" name="W01-S04-choice">
            <a:extLst xmlns:a="http://schemas.openxmlformats.org/drawingml/2006/main">
              <a:ext uri="{FF2B5EF4-FFF2-40B4-BE49-F238E27FC236}">
                <a16:creationId xmlns:a16="http://schemas.microsoft.com/office/drawing/2014/main" id="{92802DAB-BC17-4D60-A2B9-21E25FCE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9525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0" b="1">
                <a:solidFill>
                  <a:srgbClr val="A8C2D1">
                    <a:alpha val="35000"/>
                  </a:srgbClr>
                </a:solidFill>
                <a:latin typeface="Noto Sans KR"/>
                <a:ea typeface="Noto Sans KR"/>
                <a:cs typeface="Noto Sans KR"/>
              </a:defRPr>
            </a:pPr>
            <a:r>
              <a:rPr sz="12000" b="1">
                <a:solidFill>
                  <a:srgbClr val="A8C2D1">
                    <a:alpha val="35000"/>
                  </a:srgbClr>
                </a:solidFill>
                <a:latin typeface="Noto Sans KR"/>
                <a:ea typeface="Noto Sans KR"/>
                <a:cs typeface="Noto Sans KR"/>
              </a:rPr>
              <a:t>CHOICE</a:t>
            </a:r>
          </a:p>
        </p:txBody>
      </p:sp>
      <p:sp>
        <p:nvSpPr>
          <p:cNvPr id="6" name="W01-S04-body">
            <a:extLst xmlns:a="http://schemas.openxmlformats.org/drawingml/2006/main">
              <a:ext uri="{FF2B5EF4-FFF2-40B4-BE49-F238E27FC236}">
                <a16:creationId xmlns:a16="http://schemas.microsoft.com/office/drawing/2014/main" id="{73B47521-2D5F-4486-881F-62A5E48C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15621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55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말하지 않아도, 질문을 건너뛰어도, 잠시 쉬어가도 괜찮습니다.</a:t>
            </a:r>
          </a:p>
        </p:txBody>
      </p:sp>
      <p:sp>
        <p:nvSpPr>
          <p:cNvPr id="7" name="W01-S04-opt-rule-0">
            <a:extLst xmlns:a="http://schemas.openxmlformats.org/drawingml/2006/main">
              <a:ext uri="{FF2B5EF4-FFF2-40B4-BE49-F238E27FC236}">
                <a16:creationId xmlns:a16="http://schemas.microsoft.com/office/drawing/2014/main" id="{C987B48D-B189-4C90-BAF1-B5795830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0"/>
            <a:ext cx="409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D1"/>
          </a:solidFill>
          <a:ln xmlns:a="http://schemas.openxmlformats.org/drawingml/2006/main" w="0">
            <a:solidFill>
              <a:srgbClr val="A8C2D1"/>
            </a:solidFill>
            <a:prstDash val="solid"/>
          </a:ln>
        </p:spPr>
      </p:sp>
      <p:sp>
        <p:nvSpPr>
          <p:cNvPr id="8" name="W01-S04-opt-0">
            <a:extLst xmlns:a="http://schemas.openxmlformats.org/drawingml/2006/main">
              <a:ext uri="{FF2B5EF4-FFF2-40B4-BE49-F238E27FC236}">
                <a16:creationId xmlns:a16="http://schemas.microsoft.com/office/drawing/2014/main" id="{6A520AAB-8A1E-4422-95A4-B2D88818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5247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말하지 않기</a:t>
            </a:r>
          </a:p>
        </p:txBody>
      </p:sp>
      <p:sp>
        <p:nvSpPr>
          <p:cNvPr id="9" name="W01-S04-opt-rule-1">
            <a:extLst xmlns:a="http://schemas.openxmlformats.org/drawingml/2006/main">
              <a:ext uri="{FF2B5EF4-FFF2-40B4-BE49-F238E27FC236}">
                <a16:creationId xmlns:a16="http://schemas.microsoft.com/office/drawing/2014/main" id="{59192CE1-7F03-40A2-BECC-8F03DD0D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7239000"/>
            <a:ext cx="409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D1"/>
          </a:solidFill>
          <a:ln xmlns:a="http://schemas.openxmlformats.org/drawingml/2006/main" w="0">
            <a:solidFill>
              <a:srgbClr val="A8C2D1"/>
            </a:solidFill>
            <a:prstDash val="solid"/>
          </a:ln>
        </p:spPr>
      </p:sp>
      <p:sp>
        <p:nvSpPr>
          <p:cNvPr id="10" name="W01-S04-opt-1">
            <a:extLst xmlns:a="http://schemas.openxmlformats.org/drawingml/2006/main">
              <a:ext uri="{FF2B5EF4-FFF2-40B4-BE49-F238E27FC236}">
                <a16:creationId xmlns:a16="http://schemas.microsoft.com/office/drawing/2014/main" id="{79FD22F0-F8EE-4C80-A242-261FF657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75247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건너뛰기</a:t>
            </a:r>
          </a:p>
        </p:txBody>
      </p:sp>
      <p:sp>
        <p:nvSpPr>
          <p:cNvPr id="11" name="W01-S04-opt-rule-2">
            <a:extLst xmlns:a="http://schemas.openxmlformats.org/drawingml/2006/main">
              <a:ext uri="{FF2B5EF4-FFF2-40B4-BE49-F238E27FC236}">
                <a16:creationId xmlns:a16="http://schemas.microsoft.com/office/drawing/2014/main" id="{68F933AB-FC50-441F-839D-858AD4EA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7239000"/>
            <a:ext cx="409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D1"/>
          </a:solidFill>
          <a:ln xmlns:a="http://schemas.openxmlformats.org/drawingml/2006/main" w="0">
            <a:solidFill>
              <a:srgbClr val="A8C2D1"/>
            </a:solidFill>
            <a:prstDash val="solid"/>
          </a:ln>
        </p:spPr>
      </p:sp>
      <p:sp>
        <p:nvSpPr>
          <p:cNvPr id="12" name="W01-S04-opt-2">
            <a:extLst xmlns:a="http://schemas.openxmlformats.org/drawingml/2006/main">
              <a:ext uri="{FF2B5EF4-FFF2-40B4-BE49-F238E27FC236}">
                <a16:creationId xmlns:a16="http://schemas.microsoft.com/office/drawing/2014/main" id="{6E392687-8448-43F5-9045-01CCCFB5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75247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잠시 쉬기</a:t>
            </a:r>
          </a:p>
        </p:txBody>
      </p:sp>
    </p:spTree>
    <p:extLst>
      <p:ext uri="{BB962C8B-B14F-4D97-AF65-F5344CB8AC3E}">
        <p14:creationId xmlns:p14="http://schemas.microsoft.com/office/powerpoint/2010/main" val="12501161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1-S05-week">
            <a:extLst xmlns:a="http://schemas.openxmlformats.org/drawingml/2006/main">
              <a:ext uri="{FF2B5EF4-FFF2-40B4-BE49-F238E27FC236}">
                <a16:creationId xmlns:a16="http://schemas.microsoft.com/office/drawing/2014/main" id="{3AC8E7AF-0BDD-4A3B-913B-BB8A97A7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W01  /  05</a:t>
            </a:r>
          </a:p>
        </p:txBody>
      </p:sp>
      <p:sp>
        <p:nvSpPr>
          <p:cNvPr id="2" name="W01-S05-label">
            <a:extLst xmlns:a="http://schemas.openxmlformats.org/drawingml/2006/main">
              <a:ext uri="{FF2B5EF4-FFF2-40B4-BE49-F238E27FC236}">
                <a16:creationId xmlns:a16="http://schemas.microsoft.com/office/drawing/2014/main" id="{879E17CB-5315-44DF-AC4C-C69DFABF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지난주 돌아보기</a:t>
            </a:r>
          </a:p>
        </p:txBody>
      </p:sp>
      <p:sp>
        <p:nvSpPr>
          <p:cNvPr id="3" name="W01-S05-brand">
            <a:extLst xmlns:a="http://schemas.openxmlformats.org/drawingml/2006/main">
              <a:ext uri="{FF2B5EF4-FFF2-40B4-BE49-F238E27FC236}">
                <a16:creationId xmlns:a16="http://schemas.microsoft.com/office/drawing/2014/main" id="{2156F336-47C1-4AA1-8F3C-410B39D7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1-S05-id">
            <a:extLst xmlns:a="http://schemas.openxmlformats.org/drawingml/2006/main">
              <a:ext uri="{FF2B5EF4-FFF2-40B4-BE49-F238E27FC236}">
                <a16:creationId xmlns:a16="http://schemas.microsoft.com/office/drawing/2014/main" id="{94C1B1CA-97FD-4687-BDA2-762670DF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W01-S05</a:t>
            </a:r>
          </a:p>
        </p:txBody>
      </p:sp>
      <p:sp>
        <p:nvSpPr>
          <p:cNvPr id="5" name="W01-S05-index">
            <a:extLst xmlns:a="http://schemas.openxmlformats.org/drawingml/2006/main">
              <a:ext uri="{FF2B5EF4-FFF2-40B4-BE49-F238E27FC236}">
                <a16:creationId xmlns:a16="http://schemas.microsoft.com/office/drawing/2014/main" id="{828BE2BD-FA7F-4170-A621-0928BD84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476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0" b="1">
                <a:solidFill>
                  <a:srgbClr val="A8C2D1"/>
                </a:solidFill>
                <a:latin typeface="Noto Sans KR"/>
                <a:ea typeface="Noto Sans KR"/>
                <a:cs typeface="Noto Sans KR"/>
              </a:defRPr>
            </a:pPr>
            <a:r>
              <a:rPr sz="12750" b="1">
                <a:solidFill>
                  <a:srgbClr val="A8C2D1"/>
                </a:solidFill>
                <a:latin typeface="Noto Sans KR"/>
                <a:ea typeface="Noto Sans KR"/>
                <a:cs typeface="Noto Sans KR"/>
              </a:rPr>
              <a:t>↺</a:t>
            </a:r>
          </a:p>
        </p:txBody>
      </p:sp>
      <p:sp>
        <p:nvSpPr>
          <p:cNvPr id="6" name="W01-S05-body">
            <a:extLst xmlns:a="http://schemas.openxmlformats.org/drawingml/2006/main">
              <a:ext uri="{FF2B5EF4-FFF2-40B4-BE49-F238E27FC236}">
                <a16:creationId xmlns:a16="http://schemas.microsoft.com/office/drawing/2014/main" id="{8B2ADA2D-6E0F-4F99-B45D-9E77A19D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28875"/>
            <a:ext cx="12954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1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61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이 과정에서 만나보고 싶은 것은 무엇인가요?</a:t>
            </a:r>
          </a:p>
        </p:txBody>
      </p:sp>
      <p:sp>
        <p:nvSpPr>
          <p:cNvPr id="7" name="W01-S05-cue">
            <a:extLst xmlns:a="http://schemas.openxmlformats.org/drawingml/2006/main">
              <a:ext uri="{FF2B5EF4-FFF2-40B4-BE49-F238E27FC236}">
                <a16:creationId xmlns:a16="http://schemas.microsoft.com/office/drawing/2014/main" id="{F5349658-9AD6-4856-BF9D-DB58053A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85800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성과보다 알아차림을 돌아봅니다.</a:t>
            </a:r>
          </a:p>
        </p:txBody>
      </p:sp>
      <p:sp>
        <p:nvSpPr>
          <p:cNvPr id="8" name="W01-S05-rule">
            <a:extLst xmlns:a="http://schemas.openxmlformats.org/drawingml/2006/main">
              <a:ext uri="{FF2B5EF4-FFF2-40B4-BE49-F238E27FC236}">
                <a16:creationId xmlns:a16="http://schemas.microsoft.com/office/drawing/2014/main" id="{7EC65836-3B72-4764-9A76-5E8DD51C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572250"/>
            <a:ext cx="1238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D8D0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268032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1-S06-week">
            <a:extLst xmlns:a="http://schemas.openxmlformats.org/drawingml/2006/main">
              <a:ext uri="{FF2B5EF4-FFF2-40B4-BE49-F238E27FC236}">
                <a16:creationId xmlns:a16="http://schemas.microsoft.com/office/drawing/2014/main" id="{F4F025B7-3ED0-4CB5-A3E6-D4B35721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W01  /  06</a:t>
            </a:r>
          </a:p>
        </p:txBody>
      </p:sp>
      <p:sp>
        <p:nvSpPr>
          <p:cNvPr id="2" name="W01-S06-label">
            <a:extLst xmlns:a="http://schemas.openxmlformats.org/drawingml/2006/main">
              <a:ext uri="{FF2B5EF4-FFF2-40B4-BE49-F238E27FC236}">
                <a16:creationId xmlns:a16="http://schemas.microsoft.com/office/drawing/2014/main" id="{84A22A39-1C20-4A10-96B0-2F5EE4AF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오프닝 스토리</a:t>
            </a:r>
          </a:p>
        </p:txBody>
      </p:sp>
      <p:sp>
        <p:nvSpPr>
          <p:cNvPr id="3" name="W01-S06-brand">
            <a:extLst xmlns:a="http://schemas.openxmlformats.org/drawingml/2006/main">
              <a:ext uri="{FF2B5EF4-FFF2-40B4-BE49-F238E27FC236}">
                <a16:creationId xmlns:a16="http://schemas.microsoft.com/office/drawing/2014/main" id="{0DA8E9C3-EBB5-49F9-B0AE-99E7FF13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1-S06-id">
            <a:extLst xmlns:a="http://schemas.openxmlformats.org/drawingml/2006/main">
              <a:ext uri="{FF2B5EF4-FFF2-40B4-BE49-F238E27FC236}">
                <a16:creationId xmlns:a16="http://schemas.microsoft.com/office/drawing/2014/main" id="{851FA44B-6CC9-4BFA-8E08-844B4E25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W01-S06</a:t>
            </a:r>
          </a:p>
        </p:txBody>
      </p:sp>
      <p:sp>
        <p:nvSpPr>
          <p:cNvPr id="5" name="W01-S06-story-label">
            <a:extLst xmlns:a="http://schemas.openxmlformats.org/drawingml/2006/main">
              <a:ext uri="{FF2B5EF4-FFF2-40B4-BE49-F238E27FC236}">
                <a16:creationId xmlns:a16="http://schemas.microsoft.com/office/drawing/2014/main" id="{240F48CD-8CC6-435B-AAB1-2F2BC082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400" b="1">
                <a:solidFill>
                  <a:srgbClr val="A8C2D1"/>
                </a:solidFill>
                <a:latin typeface="Noto Sans KR"/>
                <a:ea typeface="Noto Sans KR"/>
                <a:cs typeface="Noto Sans KR"/>
              </a:defRPr>
            </a:pPr>
            <a:r>
              <a:rPr sz="8400" b="1">
                <a:solidFill>
                  <a:srgbClr val="A8C2D1"/>
                </a:solidFill>
                <a:latin typeface="Noto Sans KR"/>
                <a:ea typeface="Noto Sans KR"/>
                <a:cs typeface="Noto Sans KR"/>
              </a:rPr>
              <a:t>STORY</a:t>
            </a:r>
          </a:p>
        </p:txBody>
      </p:sp>
      <p:sp>
        <p:nvSpPr>
          <p:cNvPr id="6" name="W01-S06-split">
            <a:extLst xmlns:a="http://schemas.openxmlformats.org/drawingml/2006/main">
              <a:ext uri="{FF2B5EF4-FFF2-40B4-BE49-F238E27FC236}">
                <a16:creationId xmlns:a16="http://schemas.microsoft.com/office/drawing/2014/main" id="{53991C80-7A20-4A8A-BBF2-EC95DC59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90700"/>
            <a:ext cx="28575" cy="633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8000"/>
            </a:srgbClr>
          </a:solidFill>
          <a:ln xmlns:a="http://schemas.openxmlformats.org/drawingml/2006/main" w="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7" name="W01-S06-body">
            <a:extLst xmlns:a="http://schemas.openxmlformats.org/drawingml/2006/main">
              <a:ext uri="{FF2B5EF4-FFF2-40B4-BE49-F238E27FC236}">
                <a16:creationId xmlns:a16="http://schemas.microsoft.com/office/drawing/2014/main" id="{065AB188-8CA5-45C1-90B6-D2B88147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43125"/>
            <a:ext cx="99060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2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42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지금의 내가 하나의 공간이라면 어떤 모습일까요? 방, 풍경, 날씨, 섬, 길, 사물 또는 색과 선만으로 표현해도 좋습니다.</a:t>
            </a:r>
          </a:p>
        </p:txBody>
      </p:sp>
      <p:sp>
        <p:nvSpPr>
          <p:cNvPr id="8" name="W01-S06-pause">
            <a:extLst xmlns:a="http://schemas.openxmlformats.org/drawingml/2006/main">
              <a:ext uri="{FF2B5EF4-FFF2-40B4-BE49-F238E27FC236}">
                <a16:creationId xmlns:a16="http://schemas.microsoft.com/office/drawing/2014/main" id="{E56A10EE-4022-47C3-9E8E-4D77732A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66762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0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문장 사이에 짧은 침묵을 둡니다.</a:t>
            </a:r>
          </a:p>
        </p:txBody>
      </p:sp>
    </p:spTree>
    <p:extLst>
      <p:ext uri="{BB962C8B-B14F-4D97-AF65-F5344CB8AC3E}">
        <p14:creationId xmlns:p14="http://schemas.microsoft.com/office/powerpoint/2010/main" val="6481083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1-S07-week">
            <a:extLst xmlns:a="http://schemas.openxmlformats.org/drawingml/2006/main">
              <a:ext uri="{FF2B5EF4-FFF2-40B4-BE49-F238E27FC236}">
                <a16:creationId xmlns:a16="http://schemas.microsoft.com/office/drawing/2014/main" id="{07CEC2C3-DEF2-4E91-9640-51DA7AA1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W01  /  07</a:t>
            </a:r>
          </a:p>
        </p:txBody>
      </p:sp>
      <p:sp>
        <p:nvSpPr>
          <p:cNvPr id="2" name="W01-S07-label">
            <a:extLst xmlns:a="http://schemas.openxmlformats.org/drawingml/2006/main">
              <a:ext uri="{FF2B5EF4-FFF2-40B4-BE49-F238E27FC236}">
                <a16:creationId xmlns:a16="http://schemas.microsoft.com/office/drawing/2014/main" id="{DB3AA901-D363-43AD-8D5F-08EF37F9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활동 주제 공개</a:t>
            </a:r>
          </a:p>
        </p:txBody>
      </p:sp>
      <p:sp>
        <p:nvSpPr>
          <p:cNvPr id="3" name="W01-S07-brand">
            <a:extLst xmlns:a="http://schemas.openxmlformats.org/drawingml/2006/main">
              <a:ext uri="{FF2B5EF4-FFF2-40B4-BE49-F238E27FC236}">
                <a16:creationId xmlns:a16="http://schemas.microsoft.com/office/drawing/2014/main" id="{B83A1CE9-37D4-488D-BAED-DDEAF7F0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1-S07-id">
            <a:extLst xmlns:a="http://schemas.openxmlformats.org/drawingml/2006/main">
              <a:ext uri="{FF2B5EF4-FFF2-40B4-BE49-F238E27FC236}">
                <a16:creationId xmlns:a16="http://schemas.microsoft.com/office/drawing/2014/main" id="{7BB20584-1FFE-49D3-9A59-CB3CBB2B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W01-S07</a:t>
            </a:r>
          </a:p>
        </p:txBody>
      </p:sp>
      <p:sp>
        <p:nvSpPr>
          <p:cNvPr id="5" name="W01-S07-activity">
            <a:extLst xmlns:a="http://schemas.openxmlformats.org/drawingml/2006/main">
              <a:ext uri="{FF2B5EF4-FFF2-40B4-BE49-F238E27FC236}">
                <a16:creationId xmlns:a16="http://schemas.microsoft.com/office/drawing/2014/main" id="{4E088929-B60B-40D7-88C5-BE7FEACC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85875"/>
            <a:ext cx="1485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350" b="1">
                <a:solidFill>
                  <a:srgbClr val="A8C2D1"/>
                </a:solidFill>
                <a:latin typeface="Noto Sans KR"/>
                <a:ea typeface="Noto Sans KR"/>
                <a:cs typeface="Noto Sans KR"/>
              </a:defRPr>
            </a:pPr>
            <a:r>
              <a:rPr sz="13350" b="1">
                <a:solidFill>
                  <a:srgbClr val="A8C2D1"/>
                </a:solidFill>
                <a:latin typeface="Noto Sans KR"/>
                <a:ea typeface="Noto Sans KR"/>
                <a:cs typeface="Noto Sans KR"/>
              </a:rPr>
              <a:t>ACTIVITY</a:t>
            </a:r>
          </a:p>
        </p:txBody>
      </p:sp>
      <p:sp>
        <p:nvSpPr>
          <p:cNvPr id="6" name="W01-S07-body">
            <a:extLst xmlns:a="http://schemas.openxmlformats.org/drawingml/2006/main">
              <a:ext uri="{FF2B5EF4-FFF2-40B4-BE49-F238E27FC236}">
                <a16:creationId xmlns:a16="http://schemas.microsoft.com/office/drawing/2014/main" id="{1852FD1F-F6FB-4DB5-A853-DCC4F1AB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0"/>
            <a:ext cx="15621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5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ACTIVITY / 지금의 나를 하나의 공간으로 그리기</a:t>
            </a:r>
          </a:p>
        </p:txBody>
      </p:sp>
      <p:sp>
        <p:nvSpPr>
          <p:cNvPr id="7" name="W01-S07-activity-rule">
            <a:extLst xmlns:a="http://schemas.openxmlformats.org/drawingml/2006/main">
              <a:ext uri="{FF2B5EF4-FFF2-40B4-BE49-F238E27FC236}">
                <a16:creationId xmlns:a16="http://schemas.microsoft.com/office/drawing/2014/main" id="{5BFD4CD5-79B9-4984-B253-5846190E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91500"/>
            <a:ext cx="495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D1"/>
          </a:solidFill>
          <a:ln xmlns:a="http://schemas.openxmlformats.org/drawingml/2006/main" w="0">
            <a:solidFill>
              <a:srgbClr val="A8C2D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114182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1-S08-week">
            <a:extLst xmlns:a="http://schemas.openxmlformats.org/drawingml/2006/main">
              <a:ext uri="{FF2B5EF4-FFF2-40B4-BE49-F238E27FC236}">
                <a16:creationId xmlns:a16="http://schemas.microsoft.com/office/drawing/2014/main" id="{79CD394A-1684-4B46-B050-1F4CD04E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W01  /  08</a:t>
            </a:r>
          </a:p>
        </p:txBody>
      </p:sp>
      <p:sp>
        <p:nvSpPr>
          <p:cNvPr id="2" name="W01-S08-label">
            <a:extLst xmlns:a="http://schemas.openxmlformats.org/drawingml/2006/main">
              <a:ext uri="{FF2B5EF4-FFF2-40B4-BE49-F238E27FC236}">
                <a16:creationId xmlns:a16="http://schemas.microsoft.com/office/drawing/2014/main" id="{ED79626D-66A3-4E28-8D3B-A5A76657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재료 준비</a:t>
            </a:r>
          </a:p>
        </p:txBody>
      </p:sp>
      <p:sp>
        <p:nvSpPr>
          <p:cNvPr id="3" name="W01-S08-brand">
            <a:extLst xmlns:a="http://schemas.openxmlformats.org/drawingml/2006/main">
              <a:ext uri="{FF2B5EF4-FFF2-40B4-BE49-F238E27FC236}">
                <a16:creationId xmlns:a16="http://schemas.microsoft.com/office/drawing/2014/main" id="{CA6B2E54-DFDF-43F2-8533-FE17E125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1-S08-id">
            <a:extLst xmlns:a="http://schemas.openxmlformats.org/drawingml/2006/main">
              <a:ext uri="{FF2B5EF4-FFF2-40B4-BE49-F238E27FC236}">
                <a16:creationId xmlns:a16="http://schemas.microsoft.com/office/drawing/2014/main" id="{1FB613BD-C29A-44C1-9D94-DBEA8E8A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W01-S08</a:t>
            </a:r>
          </a:p>
        </p:txBody>
      </p:sp>
      <p:sp>
        <p:nvSpPr>
          <p:cNvPr id="5" name="W01-S08-body">
            <a:extLst xmlns:a="http://schemas.openxmlformats.org/drawingml/2006/main">
              <a:ext uri="{FF2B5EF4-FFF2-40B4-BE49-F238E27FC236}">
                <a16:creationId xmlns:a16="http://schemas.microsoft.com/office/drawing/2014/main" id="{B6E5547A-4D5C-4FF5-BCC0-1A481587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1571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스케치북 · 색연필 · 워크북을 준비합니다.</a:t>
            </a:r>
          </a:p>
        </p:txBody>
      </p:sp>
      <p:sp>
        <p:nvSpPr>
          <p:cNvPr id="6" name="W01-S08-prep-circle-0">
            <a:extLst xmlns:a="http://schemas.openxmlformats.org/drawingml/2006/main">
              <a:ext uri="{FF2B5EF4-FFF2-40B4-BE49-F238E27FC236}">
                <a16:creationId xmlns:a16="http://schemas.microsoft.com/office/drawing/2014/main" id="{282E9174-CBBD-438C-BCAB-E9E4F4A6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0125"/>
            <a:ext cx="742950" cy="742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A8C2D1"/>
            </a:solidFill>
            <a:prstDash val="solid"/>
          </a:ln>
        </p:spPr>
      </p:sp>
      <p:sp>
        <p:nvSpPr>
          <p:cNvPr id="7" name="W01-S08-prep-en-0">
            <a:extLst xmlns:a="http://schemas.openxmlformats.org/drawingml/2006/main">
              <a:ext uri="{FF2B5EF4-FFF2-40B4-BE49-F238E27FC236}">
                <a16:creationId xmlns:a16="http://schemas.microsoft.com/office/drawing/2014/main" id="{ED25C042-7E35-41C9-B9EA-C57C7280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81012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SKETCHBOOK</a:t>
            </a:r>
          </a:p>
        </p:txBody>
      </p:sp>
      <p:sp>
        <p:nvSpPr>
          <p:cNvPr id="8" name="W01-S08-prep-ko-0">
            <a:extLst xmlns:a="http://schemas.openxmlformats.org/drawingml/2006/main">
              <a:ext uri="{FF2B5EF4-FFF2-40B4-BE49-F238E27FC236}">
                <a16:creationId xmlns:a16="http://schemas.microsoft.com/office/drawing/2014/main" id="{0EBCB8CE-82E9-4187-813A-8B93FF2C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3340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그림의 자리</a:t>
            </a:r>
          </a:p>
        </p:txBody>
      </p:sp>
      <p:sp>
        <p:nvSpPr>
          <p:cNvPr id="9" name="W01-S08-prep-rule-0">
            <a:extLst xmlns:a="http://schemas.openxmlformats.org/drawingml/2006/main">
              <a:ext uri="{FF2B5EF4-FFF2-40B4-BE49-F238E27FC236}">
                <a16:creationId xmlns:a16="http://schemas.microsoft.com/office/drawing/2014/main" id="{49B9AC53-5D11-4764-8844-F7C127CD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381750"/>
            <a:ext cx="461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D8D0C4"/>
            </a:solidFill>
            <a:prstDash val="solid"/>
          </a:ln>
        </p:spPr>
      </p:sp>
      <p:sp>
        <p:nvSpPr>
          <p:cNvPr id="10" name="W01-S08-prep-circle-1">
            <a:extLst xmlns:a="http://schemas.openxmlformats.org/drawingml/2006/main">
              <a:ext uri="{FF2B5EF4-FFF2-40B4-BE49-F238E27FC236}">
                <a16:creationId xmlns:a16="http://schemas.microsoft.com/office/drawing/2014/main" id="{E489EB32-149F-4DFF-AF1E-7134EB10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10125"/>
            <a:ext cx="742950" cy="742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A8C2D1"/>
            </a:solidFill>
            <a:prstDash val="solid"/>
          </a:ln>
        </p:spPr>
      </p:sp>
      <p:sp>
        <p:nvSpPr>
          <p:cNvPr id="11" name="W01-S08-prep-en-1">
            <a:extLst xmlns:a="http://schemas.openxmlformats.org/drawingml/2006/main">
              <a:ext uri="{FF2B5EF4-FFF2-40B4-BE49-F238E27FC236}">
                <a16:creationId xmlns:a16="http://schemas.microsoft.com/office/drawing/2014/main" id="{FF465120-1378-45C2-AFFF-9954BB11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81012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COLOR PENCILS</a:t>
            </a:r>
          </a:p>
        </p:txBody>
      </p:sp>
      <p:sp>
        <p:nvSpPr>
          <p:cNvPr id="12" name="W01-S08-prep-ko-1">
            <a:extLst xmlns:a="http://schemas.openxmlformats.org/drawingml/2006/main">
              <a:ext uri="{FF2B5EF4-FFF2-40B4-BE49-F238E27FC236}">
                <a16:creationId xmlns:a16="http://schemas.microsoft.com/office/drawing/2014/main" id="{36936CFF-FBD8-4F50-8144-94532B05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3340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표현의 도구</a:t>
            </a:r>
          </a:p>
        </p:txBody>
      </p:sp>
      <p:sp>
        <p:nvSpPr>
          <p:cNvPr id="13" name="W01-S08-prep-rule-1">
            <a:extLst xmlns:a="http://schemas.openxmlformats.org/drawingml/2006/main">
              <a:ext uri="{FF2B5EF4-FFF2-40B4-BE49-F238E27FC236}">
                <a16:creationId xmlns:a16="http://schemas.microsoft.com/office/drawing/2014/main" id="{5885D5AD-E944-4FDB-9548-C33303C7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381750"/>
            <a:ext cx="461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D8D0C4"/>
            </a:solidFill>
            <a:prstDash val="solid"/>
          </a:ln>
        </p:spPr>
      </p:sp>
      <p:sp>
        <p:nvSpPr>
          <p:cNvPr id="14" name="W01-S08-prep-circle-2">
            <a:extLst xmlns:a="http://schemas.openxmlformats.org/drawingml/2006/main">
              <a:ext uri="{FF2B5EF4-FFF2-40B4-BE49-F238E27FC236}">
                <a16:creationId xmlns:a16="http://schemas.microsoft.com/office/drawing/2014/main" id="{26D730DD-7E9E-419B-AEFD-83050954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810125"/>
            <a:ext cx="742950" cy="742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A8C2D1"/>
            </a:solidFill>
            <a:prstDash val="solid"/>
          </a:ln>
        </p:spPr>
      </p:sp>
      <p:sp>
        <p:nvSpPr>
          <p:cNvPr id="15" name="W01-S08-prep-en-2">
            <a:extLst xmlns:a="http://schemas.openxmlformats.org/drawingml/2006/main">
              <a:ext uri="{FF2B5EF4-FFF2-40B4-BE49-F238E27FC236}">
                <a16:creationId xmlns:a16="http://schemas.microsoft.com/office/drawing/2014/main" id="{3300FD51-23FC-421A-A174-88F45FCA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481012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WORKBOOK</a:t>
            </a:r>
          </a:p>
        </p:txBody>
      </p:sp>
      <p:sp>
        <p:nvSpPr>
          <p:cNvPr id="16" name="W01-S08-prep-ko-2">
            <a:extLst xmlns:a="http://schemas.openxmlformats.org/drawingml/2006/main">
              <a:ext uri="{FF2B5EF4-FFF2-40B4-BE49-F238E27FC236}">
                <a16:creationId xmlns:a16="http://schemas.microsoft.com/office/drawing/2014/main" id="{C1E42FDD-5ED1-45B8-9BF2-40EB9F3C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53340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발견의 기록</a:t>
            </a:r>
          </a:p>
        </p:txBody>
      </p:sp>
      <p:sp>
        <p:nvSpPr>
          <p:cNvPr id="17" name="W01-S08-prep-rule-2">
            <a:extLst xmlns:a="http://schemas.openxmlformats.org/drawingml/2006/main">
              <a:ext uri="{FF2B5EF4-FFF2-40B4-BE49-F238E27FC236}">
                <a16:creationId xmlns:a16="http://schemas.microsoft.com/office/drawing/2014/main" id="{54345188-970A-4AA0-9C7F-3B7A1BF8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381750"/>
            <a:ext cx="461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D8D0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382326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1-S09-week">
            <a:extLst xmlns:a="http://schemas.openxmlformats.org/drawingml/2006/main">
              <a:ext uri="{FF2B5EF4-FFF2-40B4-BE49-F238E27FC236}">
                <a16:creationId xmlns:a16="http://schemas.microsoft.com/office/drawing/2014/main" id="{9BD0C3F7-4ACB-4972-9AAF-11E19487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W01  /  09</a:t>
            </a:r>
          </a:p>
        </p:txBody>
      </p:sp>
      <p:sp>
        <p:nvSpPr>
          <p:cNvPr id="2" name="W01-S09-label">
            <a:extLst xmlns:a="http://schemas.openxmlformats.org/drawingml/2006/main">
              <a:ext uri="{FF2B5EF4-FFF2-40B4-BE49-F238E27FC236}">
                <a16:creationId xmlns:a16="http://schemas.microsoft.com/office/drawing/2014/main" id="{AF921B05-D109-4D51-8BE7-2F8D2DCC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그림 안내</a:t>
            </a:r>
          </a:p>
        </p:txBody>
      </p:sp>
      <p:sp>
        <p:nvSpPr>
          <p:cNvPr id="3" name="W01-S09-brand">
            <a:extLst xmlns:a="http://schemas.openxmlformats.org/drawingml/2006/main">
              <a:ext uri="{FF2B5EF4-FFF2-40B4-BE49-F238E27FC236}">
                <a16:creationId xmlns:a16="http://schemas.microsoft.com/office/drawing/2014/main" id="{2C4899B8-3A32-4CBE-BC06-E70BE3BD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1-S09-id">
            <a:extLst xmlns:a="http://schemas.openxmlformats.org/drawingml/2006/main">
              <a:ext uri="{FF2B5EF4-FFF2-40B4-BE49-F238E27FC236}">
                <a16:creationId xmlns:a16="http://schemas.microsoft.com/office/drawing/2014/main" id="{7FA42BD1-2241-4B87-B0A3-EA48ABE1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W01-S09</a:t>
            </a:r>
          </a:p>
        </p:txBody>
      </p:sp>
      <p:sp>
        <p:nvSpPr>
          <p:cNvPr id="5" name="W01-S09-guide">
            <a:extLst xmlns:a="http://schemas.openxmlformats.org/drawingml/2006/main">
              <a:ext uri="{FF2B5EF4-FFF2-40B4-BE49-F238E27FC236}">
                <a16:creationId xmlns:a16="http://schemas.microsoft.com/office/drawing/2014/main" id="{44B8C93D-1E39-43E4-B02E-5FCF0F53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876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150" b="1">
                <a:solidFill>
                  <a:srgbClr val="A8C2D1"/>
                </a:solidFill>
                <a:latin typeface="Noto Sans KR"/>
                <a:ea typeface="Noto Sans KR"/>
                <a:cs typeface="Noto Sans KR"/>
              </a:defRPr>
            </a:pPr>
            <a:r>
              <a:rPr sz="6150" b="1">
                <a:solidFill>
                  <a:srgbClr val="A8C2D1"/>
                </a:solidFill>
                <a:latin typeface="Noto Sans KR"/>
                <a:ea typeface="Noto Sans KR"/>
                <a:cs typeface="Noto Sans KR"/>
              </a:rPr>
              <a:t>DRAWING GUIDE</a:t>
            </a:r>
          </a:p>
        </p:txBody>
      </p:sp>
      <p:sp>
        <p:nvSpPr>
          <p:cNvPr id="6" name="W01-S09-body">
            <a:extLst xmlns:a="http://schemas.openxmlformats.org/drawingml/2006/main">
              <a:ext uri="{FF2B5EF4-FFF2-40B4-BE49-F238E27FC236}">
                <a16:creationId xmlns:a16="http://schemas.microsoft.com/office/drawing/2014/main" id="{7AD2AF6E-915F-4A63-A42B-17B88FEB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95625"/>
            <a:ext cx="1552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9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방, 풍경, 날씨, 섬, 길, 사물 또는 색과 선으로 표현합니다.</a:t>
            </a:r>
          </a:p>
        </p:txBody>
      </p:sp>
      <p:sp>
        <p:nvSpPr>
          <p:cNvPr id="7" name="W01-S09-guide-circle-0">
            <a:extLst xmlns:a="http://schemas.openxmlformats.org/drawingml/2006/main">
              <a:ext uri="{FF2B5EF4-FFF2-40B4-BE49-F238E27FC236}">
                <a16:creationId xmlns:a16="http://schemas.microsoft.com/office/drawing/2014/main" id="{B84C93E2-0493-452F-86AA-A0AD6157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9125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8C2D1"/>
            </a:solidFill>
            <a:prstDash val="solid"/>
          </a:ln>
        </p:spPr>
      </p:sp>
      <p:sp>
        <p:nvSpPr>
          <p:cNvPr id="8" name="W01-S09-guide-line-0">
            <a:extLst xmlns:a="http://schemas.openxmlformats.org/drawingml/2006/main">
              <a:ext uri="{FF2B5EF4-FFF2-40B4-BE49-F238E27FC236}">
                <a16:creationId xmlns:a16="http://schemas.microsoft.com/office/drawing/2014/main" id="{6B89F56C-6086-4A65-BAEE-8F81D418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53415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9" name="W01-S09-guide-circle-1">
            <a:extLst xmlns:a="http://schemas.openxmlformats.org/drawingml/2006/main">
              <a:ext uri="{FF2B5EF4-FFF2-40B4-BE49-F238E27FC236}">
                <a16:creationId xmlns:a16="http://schemas.microsoft.com/office/drawing/2014/main" id="{9BBEB8CE-3FF5-4DA1-B19C-073DBDA8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524625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8C2D1"/>
            </a:solidFill>
            <a:prstDash val="solid"/>
          </a:ln>
        </p:spPr>
      </p:sp>
      <p:sp>
        <p:nvSpPr>
          <p:cNvPr id="10" name="W01-S09-guide-line-1">
            <a:extLst xmlns:a="http://schemas.openxmlformats.org/drawingml/2006/main">
              <a:ext uri="{FF2B5EF4-FFF2-40B4-BE49-F238E27FC236}">
                <a16:creationId xmlns:a16="http://schemas.microsoft.com/office/drawing/2014/main" id="{E0336278-F403-49DE-A995-195BCA74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867525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11" name="W01-S09-guide-circle-2">
            <a:extLst xmlns:a="http://schemas.openxmlformats.org/drawingml/2006/main">
              <a:ext uri="{FF2B5EF4-FFF2-40B4-BE49-F238E27FC236}">
                <a16:creationId xmlns:a16="http://schemas.microsoft.com/office/drawing/2014/main" id="{B9C31B22-31C5-4D07-9C49-1E27249A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19125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8C2D1"/>
            </a:solidFill>
            <a:prstDash val="solid"/>
          </a:ln>
        </p:spPr>
      </p:sp>
      <p:sp>
        <p:nvSpPr>
          <p:cNvPr id="12" name="W01-S09-guide-line-2">
            <a:extLst xmlns:a="http://schemas.openxmlformats.org/drawingml/2006/main">
              <a:ext uri="{FF2B5EF4-FFF2-40B4-BE49-F238E27FC236}">
                <a16:creationId xmlns:a16="http://schemas.microsoft.com/office/drawing/2014/main" id="{763462BB-6B4D-4B42-A155-EE315A81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53415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13" name="W01-S09-guide-circle-3">
            <a:extLst xmlns:a="http://schemas.openxmlformats.org/drawingml/2006/main">
              <a:ext uri="{FF2B5EF4-FFF2-40B4-BE49-F238E27FC236}">
                <a16:creationId xmlns:a16="http://schemas.microsoft.com/office/drawing/2014/main" id="{A4E638E0-6FDB-4921-B390-33A80B5A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6524625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8C2D1"/>
            </a:solidFill>
            <a:prstDash val="solid"/>
          </a:ln>
        </p:spPr>
      </p:sp>
      <p:sp>
        <p:nvSpPr>
          <p:cNvPr id="14" name="W01-S09-guide-line-3">
            <a:extLst xmlns:a="http://schemas.openxmlformats.org/drawingml/2006/main">
              <a:ext uri="{FF2B5EF4-FFF2-40B4-BE49-F238E27FC236}">
                <a16:creationId xmlns:a16="http://schemas.microsoft.com/office/drawing/2014/main" id="{F2B87F8F-E297-46E4-8953-B4171C03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6867525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15" name="W01-S09-choice">
            <a:extLst xmlns:a="http://schemas.openxmlformats.org/drawingml/2006/main">
              <a:ext uri="{FF2B5EF4-FFF2-40B4-BE49-F238E27FC236}">
                <a16:creationId xmlns:a16="http://schemas.microsoft.com/office/drawing/2014/main" id="{92AA5208-F274-4621-8E48-E3D4FE7F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81050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모두 넣을 필요는 없습니다. 선 · 색 · 거리 · 빈 공간도 표현입니다.</a:t>
            </a:r>
          </a:p>
        </p:txBody>
      </p:sp>
    </p:spTree>
    <p:extLst>
      <p:ext uri="{BB962C8B-B14F-4D97-AF65-F5344CB8AC3E}">
        <p14:creationId xmlns:p14="http://schemas.microsoft.com/office/powerpoint/2010/main" val="4275730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1-S10-week">
            <a:extLst xmlns:a="http://schemas.openxmlformats.org/drawingml/2006/main">
              <a:ext uri="{FF2B5EF4-FFF2-40B4-BE49-F238E27FC236}">
                <a16:creationId xmlns:a16="http://schemas.microsoft.com/office/drawing/2014/main" id="{9F37AD4B-EC04-4DCC-A92C-74D98BCF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W01  /  10</a:t>
            </a:r>
          </a:p>
        </p:txBody>
      </p:sp>
      <p:sp>
        <p:nvSpPr>
          <p:cNvPr id="2" name="W01-S10-label">
            <a:extLst xmlns:a="http://schemas.openxmlformats.org/drawingml/2006/main">
              <a:ext uri="{FF2B5EF4-FFF2-40B4-BE49-F238E27FC236}">
                <a16:creationId xmlns:a16="http://schemas.microsoft.com/office/drawing/2014/main" id="{1E423190-26B9-47DC-99AD-922218D7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활동 중 한 문장</a:t>
            </a:r>
          </a:p>
        </p:txBody>
      </p:sp>
      <p:sp>
        <p:nvSpPr>
          <p:cNvPr id="3" name="W01-S10-brand">
            <a:extLst xmlns:a="http://schemas.openxmlformats.org/drawingml/2006/main">
              <a:ext uri="{FF2B5EF4-FFF2-40B4-BE49-F238E27FC236}">
                <a16:creationId xmlns:a16="http://schemas.microsoft.com/office/drawing/2014/main" id="{B3066878-A232-45F0-A0FB-C4B80C6B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1-S10-id">
            <a:extLst xmlns:a="http://schemas.openxmlformats.org/drawingml/2006/main">
              <a:ext uri="{FF2B5EF4-FFF2-40B4-BE49-F238E27FC236}">
                <a16:creationId xmlns:a16="http://schemas.microsoft.com/office/drawing/2014/main" id="{E404D691-5D7E-4D5D-A9C8-2EC38268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W01-S10</a:t>
            </a:r>
          </a:p>
        </p:txBody>
      </p:sp>
      <p:sp>
        <p:nvSpPr>
          <p:cNvPr id="5" name="W01-S10-accent-top">
            <a:extLst xmlns:a="http://schemas.openxmlformats.org/drawingml/2006/main">
              <a:ext uri="{FF2B5EF4-FFF2-40B4-BE49-F238E27FC236}">
                <a16:creationId xmlns:a16="http://schemas.microsoft.com/office/drawing/2014/main" id="{847DF370-1D73-45C9-AFBD-B057B77E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D1"/>
          </a:solidFill>
          <a:ln xmlns:a="http://schemas.openxmlformats.org/drawingml/2006/main" w="0">
            <a:solidFill>
              <a:srgbClr val="A8C2D1"/>
            </a:solidFill>
            <a:prstDash val="solid"/>
          </a:ln>
        </p:spPr>
      </p:sp>
      <p:sp>
        <p:nvSpPr>
          <p:cNvPr id="6" name="W01-S10-body">
            <a:extLst xmlns:a="http://schemas.openxmlformats.org/drawingml/2006/main">
              <a:ext uri="{FF2B5EF4-FFF2-40B4-BE49-F238E27FC236}">
                <a16:creationId xmlns:a16="http://schemas.microsoft.com/office/drawing/2014/main" id="{C8DDFD62-CCE2-4D90-89E8-65573528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90875"/>
            <a:ext cx="15335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잘 그리기보다 지금 느껴지는 만큼 표현합니다.</a:t>
            </a:r>
          </a:p>
        </p:txBody>
      </p:sp>
      <p:sp>
        <p:nvSpPr>
          <p:cNvPr id="7" name="W01-S10-small">
            <a:extLst xmlns:a="http://schemas.openxmlformats.org/drawingml/2006/main">
              <a:ext uri="{FF2B5EF4-FFF2-40B4-BE49-F238E27FC236}">
                <a16:creationId xmlns:a16="http://schemas.microsoft.com/office/drawing/2014/main" id="{ED5611EF-D448-4BE0-A649-37C9758F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6675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YOUR PACE IS PART OF THE WORK.</a:t>
            </a:r>
          </a:p>
        </p:txBody>
      </p:sp>
    </p:spTree>
    <p:extLst>
      <p:ext uri="{BB962C8B-B14F-4D97-AF65-F5344CB8AC3E}">
        <p14:creationId xmlns:p14="http://schemas.microsoft.com/office/powerpoint/2010/main" val="19688455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1-S11-week">
            <a:extLst xmlns:a="http://schemas.openxmlformats.org/drawingml/2006/main">
              <a:ext uri="{FF2B5EF4-FFF2-40B4-BE49-F238E27FC236}">
                <a16:creationId xmlns:a16="http://schemas.microsoft.com/office/drawing/2014/main" id="{B4515786-6B37-45CC-BEA8-51EB05F7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W01  /  11</a:t>
            </a:r>
          </a:p>
        </p:txBody>
      </p:sp>
      <p:sp>
        <p:nvSpPr>
          <p:cNvPr id="2" name="W01-S11-label">
            <a:extLst xmlns:a="http://schemas.openxmlformats.org/drawingml/2006/main">
              <a:ext uri="{FF2B5EF4-FFF2-40B4-BE49-F238E27FC236}">
                <a16:creationId xmlns:a16="http://schemas.microsoft.com/office/drawing/2014/main" id="{5E3190AB-4601-47FC-A100-8495672E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그림 활동</a:t>
            </a:r>
          </a:p>
        </p:txBody>
      </p:sp>
      <p:sp>
        <p:nvSpPr>
          <p:cNvPr id="3" name="W01-S11-brand">
            <a:extLst xmlns:a="http://schemas.openxmlformats.org/drawingml/2006/main">
              <a:ext uri="{FF2B5EF4-FFF2-40B4-BE49-F238E27FC236}">
                <a16:creationId xmlns:a16="http://schemas.microsoft.com/office/drawing/2014/main" id="{E1B3FF5C-4314-448B-B6FC-B94ADC30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1-S11-id">
            <a:extLst xmlns:a="http://schemas.openxmlformats.org/drawingml/2006/main">
              <a:ext uri="{FF2B5EF4-FFF2-40B4-BE49-F238E27FC236}">
                <a16:creationId xmlns:a16="http://schemas.microsoft.com/office/drawing/2014/main" id="{B826B695-E460-4967-8A28-175AD810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W01-S11</a:t>
            </a:r>
          </a:p>
        </p:txBody>
      </p:sp>
      <p:sp>
        <p:nvSpPr>
          <p:cNvPr id="5" name="W01-S11-number">
            <a:extLst xmlns:a="http://schemas.openxmlformats.org/drawingml/2006/main">
              <a:ext uri="{FF2B5EF4-FFF2-40B4-BE49-F238E27FC236}">
                <a16:creationId xmlns:a16="http://schemas.microsoft.com/office/drawing/2014/main" id="{188AB161-E2D7-45A5-AF37-B903A9A1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857250"/>
            <a:ext cx="8667750" cy="638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  <a:defRPr sz="397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397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6" name="W01-S11-min">
            <a:extLst xmlns:a="http://schemas.openxmlformats.org/drawingml/2006/main">
              <a:ext uri="{FF2B5EF4-FFF2-40B4-BE49-F238E27FC236}">
                <a16:creationId xmlns:a16="http://schemas.microsoft.com/office/drawing/2014/main" id="{DFAB3DD8-AE01-4E21-B704-E8CC7FFF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0"/>
            <a:ext cx="514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875" b="1">
                <a:solidFill>
                  <a:srgbClr val="A8C2D1"/>
                </a:solidFill>
                <a:latin typeface="Noto Sans KR"/>
                <a:ea typeface="Noto Sans KR"/>
                <a:cs typeface="Noto Sans KR"/>
              </a:defRPr>
            </a:pPr>
            <a:r>
              <a:rPr sz="10875" b="1">
                <a:solidFill>
                  <a:srgbClr val="A8C2D1"/>
                </a:solidFill>
                <a:latin typeface="Noto Sans KR"/>
                <a:ea typeface="Noto Sans KR"/>
                <a:cs typeface="Noto Sans KR"/>
              </a:rPr>
              <a:t>MIN</a:t>
            </a:r>
          </a:p>
        </p:txBody>
      </p:sp>
      <p:sp>
        <p:nvSpPr>
          <p:cNvPr id="7" name="W01-S11-body">
            <a:extLst xmlns:a="http://schemas.openxmlformats.org/drawingml/2006/main">
              <a:ext uri="{FF2B5EF4-FFF2-40B4-BE49-F238E27FC236}">
                <a16:creationId xmlns:a16="http://schemas.microsoft.com/office/drawing/2014/main" id="{0C1CFFD0-C52C-40D8-A617-E6C20D03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619750"/>
            <a:ext cx="581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25 MIN / 그림을 시작합니다.</a:t>
            </a:r>
          </a:p>
        </p:txBody>
      </p:sp>
      <p:sp>
        <p:nvSpPr>
          <p:cNvPr id="8" name="W01-S11-timer-rule">
            <a:extLst xmlns:a="http://schemas.openxmlformats.org/drawingml/2006/main">
              <a:ext uri="{FF2B5EF4-FFF2-40B4-BE49-F238E27FC236}">
                <a16:creationId xmlns:a16="http://schemas.microsoft.com/office/drawing/2014/main" id="{71D0215C-B4BB-422F-8EF1-FDF96FFE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7143750"/>
            <a:ext cx="5429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D1"/>
          </a:solidFill>
          <a:ln xmlns:a="http://schemas.openxmlformats.org/drawingml/2006/main" w="0">
            <a:solidFill>
              <a:srgbClr val="A8C2D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486019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1-S12-week">
            <a:extLst xmlns:a="http://schemas.openxmlformats.org/drawingml/2006/main">
              <a:ext uri="{FF2B5EF4-FFF2-40B4-BE49-F238E27FC236}">
                <a16:creationId xmlns:a16="http://schemas.microsoft.com/office/drawing/2014/main" id="{24DB08F3-48C2-4674-B851-8E82FA31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W01  /  12</a:t>
            </a:r>
          </a:p>
        </p:txBody>
      </p:sp>
      <p:sp>
        <p:nvSpPr>
          <p:cNvPr id="2" name="W01-S12-label">
            <a:extLst xmlns:a="http://schemas.openxmlformats.org/drawingml/2006/main">
              <a:ext uri="{FF2B5EF4-FFF2-40B4-BE49-F238E27FC236}">
                <a16:creationId xmlns:a16="http://schemas.microsoft.com/office/drawing/2014/main" id="{D7DF5174-3FF5-42C3-AAE6-5D0FD39E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작품 바라보기</a:t>
            </a:r>
          </a:p>
        </p:txBody>
      </p:sp>
      <p:sp>
        <p:nvSpPr>
          <p:cNvPr id="3" name="W01-S12-brand">
            <a:extLst xmlns:a="http://schemas.openxmlformats.org/drawingml/2006/main">
              <a:ext uri="{FF2B5EF4-FFF2-40B4-BE49-F238E27FC236}">
                <a16:creationId xmlns:a16="http://schemas.microsoft.com/office/drawing/2014/main" id="{6430D91C-9DB3-42C4-8F84-87B79293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1-S12-id">
            <a:extLst xmlns:a="http://schemas.openxmlformats.org/drawingml/2006/main">
              <a:ext uri="{FF2B5EF4-FFF2-40B4-BE49-F238E27FC236}">
                <a16:creationId xmlns:a16="http://schemas.microsoft.com/office/drawing/2014/main" id="{B770F0E5-68B2-4306-A387-2A51A327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W01-S12</a:t>
            </a:r>
          </a:p>
        </p:txBody>
      </p:sp>
      <p:sp>
        <p:nvSpPr>
          <p:cNvPr id="5" name="W01-S12-observe">
            <a:extLst xmlns:a="http://schemas.openxmlformats.org/drawingml/2006/main">
              <a:ext uri="{FF2B5EF4-FFF2-40B4-BE49-F238E27FC236}">
                <a16:creationId xmlns:a16="http://schemas.microsoft.com/office/drawing/2014/main" id="{8CB08999-571C-4207-90E2-D8D448BC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700" b="1">
                <a:solidFill>
                  <a:srgbClr val="A8C2D1">
                    <a:alpha val="60000"/>
                  </a:srgbClr>
                </a:solidFill>
                <a:latin typeface="Noto Sans KR"/>
                <a:ea typeface="Noto Sans KR"/>
                <a:cs typeface="Noto Sans KR"/>
              </a:defRPr>
            </a:pPr>
            <a:r>
              <a:rPr sz="8700" b="1">
                <a:solidFill>
                  <a:srgbClr val="A8C2D1">
                    <a:alpha val="60000"/>
                  </a:srgbClr>
                </a:solidFill>
                <a:latin typeface="Noto Sans KR"/>
                <a:ea typeface="Noto Sans KR"/>
                <a:cs typeface="Noto Sans KR"/>
              </a:rPr>
              <a:t>LOOK AGAIN</a:t>
            </a:r>
          </a:p>
        </p:txBody>
      </p:sp>
      <p:sp>
        <p:nvSpPr>
          <p:cNvPr id="6" name="W01-S12-body">
            <a:extLst xmlns:a="http://schemas.openxmlformats.org/drawingml/2006/main">
              <a:ext uri="{FF2B5EF4-FFF2-40B4-BE49-F238E27FC236}">
                <a16:creationId xmlns:a16="http://schemas.microsoft.com/office/drawing/2014/main" id="{B4DC9D21-5A01-4273-9119-51B7F21C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667125"/>
            <a:ext cx="13049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54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4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그림을 바꾸기 전에 먼저 그대로 바라봅니다.</a:t>
            </a:r>
          </a:p>
        </p:txBody>
      </p:sp>
      <p:sp>
        <p:nvSpPr>
          <p:cNvPr id="7" name="W01-S12-tlh">
            <a:extLst xmlns:a="http://schemas.openxmlformats.org/drawingml/2006/main">
              <a:ext uri="{FF2B5EF4-FFF2-40B4-BE49-F238E27FC236}">
                <a16:creationId xmlns:a16="http://schemas.microsoft.com/office/drawing/2014/main" id="{46E39E2C-8E06-4F19-8D69-EBAD4655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43250"/>
            <a:ext cx="1095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D1"/>
          </a:solidFill>
          <a:ln xmlns:a="http://schemas.openxmlformats.org/drawingml/2006/main" w="0">
            <a:solidFill>
              <a:srgbClr val="A8C2D1"/>
            </a:solidFill>
            <a:prstDash val="solid"/>
          </a:ln>
        </p:spPr>
      </p:sp>
      <p:sp>
        <p:nvSpPr>
          <p:cNvPr id="8" name="W01-S12-tlv">
            <a:extLst xmlns:a="http://schemas.openxmlformats.org/drawingml/2006/main">
              <a:ext uri="{FF2B5EF4-FFF2-40B4-BE49-F238E27FC236}">
                <a16:creationId xmlns:a16="http://schemas.microsoft.com/office/drawing/2014/main" id="{0220203D-CCF4-4EB5-A4CA-AE6EF22A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43250"/>
            <a:ext cx="47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D1"/>
          </a:solidFill>
          <a:ln xmlns:a="http://schemas.openxmlformats.org/drawingml/2006/main" w="0">
            <a:solidFill>
              <a:srgbClr val="A8C2D1"/>
            </a:solidFill>
            <a:prstDash val="solid"/>
          </a:ln>
        </p:spPr>
      </p:sp>
      <p:sp>
        <p:nvSpPr>
          <p:cNvPr id="9" name="W01-S12-trh">
            <a:extLst xmlns:a="http://schemas.openxmlformats.org/drawingml/2006/main">
              <a:ext uri="{FF2B5EF4-FFF2-40B4-BE49-F238E27FC236}">
                <a16:creationId xmlns:a16="http://schemas.microsoft.com/office/drawing/2014/main" id="{6C3CBBFE-90FA-4B7E-9E3F-0047B339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143250"/>
            <a:ext cx="1095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D1"/>
          </a:solidFill>
          <a:ln xmlns:a="http://schemas.openxmlformats.org/drawingml/2006/main" w="0">
            <a:solidFill>
              <a:srgbClr val="A8C2D1"/>
            </a:solidFill>
            <a:prstDash val="solid"/>
          </a:ln>
        </p:spPr>
      </p:sp>
      <p:sp>
        <p:nvSpPr>
          <p:cNvPr id="10" name="W01-S12-trv">
            <a:extLst xmlns:a="http://schemas.openxmlformats.org/drawingml/2006/main">
              <a:ext uri="{FF2B5EF4-FFF2-40B4-BE49-F238E27FC236}">
                <a16:creationId xmlns:a16="http://schemas.microsoft.com/office/drawing/2014/main" id="{ABD4E28D-B0EC-4E8B-B3B9-DE634B98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3143250"/>
            <a:ext cx="47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D1"/>
          </a:solidFill>
          <a:ln xmlns:a="http://schemas.openxmlformats.org/drawingml/2006/main" w="0">
            <a:solidFill>
              <a:srgbClr val="A8C2D1"/>
            </a:solidFill>
            <a:prstDash val="solid"/>
          </a:ln>
        </p:spPr>
      </p:sp>
      <p:sp>
        <p:nvSpPr>
          <p:cNvPr id="11" name="W01-S12-blh">
            <a:extLst xmlns:a="http://schemas.openxmlformats.org/drawingml/2006/main">
              <a:ext uri="{FF2B5EF4-FFF2-40B4-BE49-F238E27FC236}">
                <a16:creationId xmlns:a16="http://schemas.microsoft.com/office/drawing/2014/main" id="{52BDD0EF-3FD2-4C31-9A28-307E1F83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810375"/>
            <a:ext cx="1095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D1"/>
          </a:solidFill>
          <a:ln xmlns:a="http://schemas.openxmlformats.org/drawingml/2006/main" w="0">
            <a:solidFill>
              <a:srgbClr val="A8C2D1"/>
            </a:solidFill>
            <a:prstDash val="solid"/>
          </a:ln>
        </p:spPr>
      </p:sp>
      <p:sp>
        <p:nvSpPr>
          <p:cNvPr id="12" name="W01-S12-blv">
            <a:extLst xmlns:a="http://schemas.openxmlformats.org/drawingml/2006/main">
              <a:ext uri="{FF2B5EF4-FFF2-40B4-BE49-F238E27FC236}">
                <a16:creationId xmlns:a16="http://schemas.microsoft.com/office/drawing/2014/main" id="{C36F39D1-67B9-4F28-9D44-3AF4BF51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15000"/>
            <a:ext cx="47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D1"/>
          </a:solidFill>
          <a:ln xmlns:a="http://schemas.openxmlformats.org/drawingml/2006/main" w="0">
            <a:solidFill>
              <a:srgbClr val="A8C2D1"/>
            </a:solidFill>
            <a:prstDash val="solid"/>
          </a:ln>
        </p:spPr>
      </p:sp>
      <p:sp>
        <p:nvSpPr>
          <p:cNvPr id="13" name="W01-S12-brh">
            <a:extLst xmlns:a="http://schemas.openxmlformats.org/drawingml/2006/main">
              <a:ext uri="{FF2B5EF4-FFF2-40B4-BE49-F238E27FC236}">
                <a16:creationId xmlns:a16="http://schemas.microsoft.com/office/drawing/2014/main" id="{E6A4BC76-8F9E-454D-AFFC-B7D54C65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6810375"/>
            <a:ext cx="1095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D1"/>
          </a:solidFill>
          <a:ln xmlns:a="http://schemas.openxmlformats.org/drawingml/2006/main" w="0">
            <a:solidFill>
              <a:srgbClr val="A8C2D1"/>
            </a:solidFill>
            <a:prstDash val="solid"/>
          </a:ln>
        </p:spPr>
      </p:sp>
      <p:sp>
        <p:nvSpPr>
          <p:cNvPr id="14" name="W01-S12-brv">
            <a:extLst xmlns:a="http://schemas.openxmlformats.org/drawingml/2006/main">
              <a:ext uri="{FF2B5EF4-FFF2-40B4-BE49-F238E27FC236}">
                <a16:creationId xmlns:a16="http://schemas.microsoft.com/office/drawing/2014/main" id="{72430573-4FE3-45A4-B53B-EE7BB301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5715000"/>
            <a:ext cx="47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D1"/>
          </a:solidFill>
          <a:ln xmlns:a="http://schemas.openxmlformats.org/drawingml/2006/main" w="0">
            <a:solidFill>
              <a:srgbClr val="A8C2D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202532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1-S13-week">
            <a:extLst xmlns:a="http://schemas.openxmlformats.org/drawingml/2006/main">
              <a:ext uri="{FF2B5EF4-FFF2-40B4-BE49-F238E27FC236}">
                <a16:creationId xmlns:a16="http://schemas.microsoft.com/office/drawing/2014/main" id="{6B0CFA5F-D02C-4BD9-AC76-25F6EE00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W01  /  13</a:t>
            </a:r>
          </a:p>
        </p:txBody>
      </p:sp>
      <p:sp>
        <p:nvSpPr>
          <p:cNvPr id="2" name="W01-S13-label">
            <a:extLst xmlns:a="http://schemas.openxmlformats.org/drawingml/2006/main">
              <a:ext uri="{FF2B5EF4-FFF2-40B4-BE49-F238E27FC236}">
                <a16:creationId xmlns:a16="http://schemas.microsoft.com/office/drawing/2014/main" id="{EE1AC770-4266-4FAC-9A92-B41DB583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관찰 질문</a:t>
            </a:r>
          </a:p>
        </p:txBody>
      </p:sp>
      <p:sp>
        <p:nvSpPr>
          <p:cNvPr id="3" name="W01-S13-brand">
            <a:extLst xmlns:a="http://schemas.openxmlformats.org/drawingml/2006/main">
              <a:ext uri="{FF2B5EF4-FFF2-40B4-BE49-F238E27FC236}">
                <a16:creationId xmlns:a16="http://schemas.microsoft.com/office/drawing/2014/main" id="{93316DA9-E22D-45E0-A369-A841BC1E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1-S13-id">
            <a:extLst xmlns:a="http://schemas.openxmlformats.org/drawingml/2006/main">
              <a:ext uri="{FF2B5EF4-FFF2-40B4-BE49-F238E27FC236}">
                <a16:creationId xmlns:a16="http://schemas.microsoft.com/office/drawing/2014/main" id="{FF1DF934-FE9A-48D5-90F7-E89A04EE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W01-S13</a:t>
            </a:r>
          </a:p>
        </p:txBody>
      </p:sp>
      <p:sp>
        <p:nvSpPr>
          <p:cNvPr id="5" name="W01-S13-q">
            <a:extLst xmlns:a="http://schemas.openxmlformats.org/drawingml/2006/main">
              <a:ext uri="{FF2B5EF4-FFF2-40B4-BE49-F238E27FC236}">
                <a16:creationId xmlns:a16="http://schemas.microsoft.com/office/drawing/2014/main" id="{2B4026C4-67A8-4F0E-9B7B-8098F4F7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3333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0" b="1">
                <a:solidFill>
                  <a:srgbClr val="A8C2D1"/>
                </a:solidFill>
                <a:latin typeface="Noto Sans KR"/>
                <a:ea typeface="Noto Sans KR"/>
                <a:cs typeface="Noto Sans KR"/>
              </a:defRPr>
            </a:pPr>
            <a:r>
              <a:rPr sz="14250" b="1">
                <a:solidFill>
                  <a:srgbClr val="A8C2D1"/>
                </a:solidFill>
                <a:latin typeface="Noto Sans KR"/>
                <a:ea typeface="Noto Sans KR"/>
                <a:cs typeface="Noto Sans KR"/>
              </a:rPr>
              <a:t>Q.</a:t>
            </a:r>
          </a:p>
        </p:txBody>
      </p:sp>
      <p:sp>
        <p:nvSpPr>
          <p:cNvPr id="6" name="W01-S13-body">
            <a:extLst xmlns:a="http://schemas.openxmlformats.org/drawingml/2006/main">
              <a:ext uri="{FF2B5EF4-FFF2-40B4-BE49-F238E27FC236}">
                <a16:creationId xmlns:a16="http://schemas.microsoft.com/office/drawing/2014/main" id="{C3872E46-229E-49C8-B341-88E141C4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132397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64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64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가장 먼저 눈에 들어오는 것은 무엇인가요?</a:t>
            </a:r>
          </a:p>
        </p:txBody>
      </p:sp>
      <p:sp>
        <p:nvSpPr>
          <p:cNvPr id="7" name="W01-S13-under">
            <a:extLst xmlns:a="http://schemas.openxmlformats.org/drawingml/2006/main">
              <a:ext uri="{FF2B5EF4-FFF2-40B4-BE49-F238E27FC236}">
                <a16:creationId xmlns:a16="http://schemas.microsoft.com/office/drawing/2014/main" id="{C1701119-B3B0-439A-8DC8-A4192967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524750"/>
            <a:ext cx="723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D1"/>
          </a:solidFill>
          <a:ln xmlns:a="http://schemas.openxmlformats.org/drawingml/2006/main" w="0">
            <a:solidFill>
              <a:srgbClr val="A8C2D1"/>
            </a:solidFill>
            <a:prstDash val="solid"/>
          </a:ln>
        </p:spPr>
      </p:sp>
      <p:sp>
        <p:nvSpPr>
          <p:cNvPr id="8" name="W01-S13-cue">
            <a:extLst xmlns:a="http://schemas.openxmlformats.org/drawingml/2006/main">
              <a:ext uri="{FF2B5EF4-FFF2-40B4-BE49-F238E27FC236}">
                <a16:creationId xmlns:a16="http://schemas.microsoft.com/office/drawing/2014/main" id="{F4A92631-0A7F-4F88-96C4-58BA3BC8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905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보이는 것부터, 자신의 언어로.</a:t>
            </a:r>
          </a:p>
        </p:txBody>
      </p:sp>
    </p:spTree>
    <p:extLst>
      <p:ext uri="{BB962C8B-B14F-4D97-AF65-F5344CB8AC3E}">
        <p14:creationId xmlns:p14="http://schemas.microsoft.com/office/powerpoint/2010/main" val="7855315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1-S14-week">
            <a:extLst xmlns:a="http://schemas.openxmlformats.org/drawingml/2006/main">
              <a:ext uri="{FF2B5EF4-FFF2-40B4-BE49-F238E27FC236}">
                <a16:creationId xmlns:a16="http://schemas.microsoft.com/office/drawing/2014/main" id="{3F8A98B0-71CE-49D2-A0A0-6A6D61F5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W01  /  14</a:t>
            </a:r>
          </a:p>
        </p:txBody>
      </p:sp>
      <p:sp>
        <p:nvSpPr>
          <p:cNvPr id="2" name="W01-S14-label">
            <a:extLst xmlns:a="http://schemas.openxmlformats.org/drawingml/2006/main">
              <a:ext uri="{FF2B5EF4-FFF2-40B4-BE49-F238E27FC236}">
                <a16:creationId xmlns:a16="http://schemas.microsoft.com/office/drawing/2014/main" id="{828EF05B-884C-422A-9FC2-42C1D264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주인공 발화</a:t>
            </a:r>
          </a:p>
        </p:txBody>
      </p:sp>
      <p:sp>
        <p:nvSpPr>
          <p:cNvPr id="3" name="W01-S14-brand">
            <a:extLst xmlns:a="http://schemas.openxmlformats.org/drawingml/2006/main">
              <a:ext uri="{FF2B5EF4-FFF2-40B4-BE49-F238E27FC236}">
                <a16:creationId xmlns:a16="http://schemas.microsoft.com/office/drawing/2014/main" id="{D73810E5-C921-4C97-B8CA-3129D4E0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1-S14-id">
            <a:extLst xmlns:a="http://schemas.openxmlformats.org/drawingml/2006/main">
              <a:ext uri="{FF2B5EF4-FFF2-40B4-BE49-F238E27FC236}">
                <a16:creationId xmlns:a16="http://schemas.microsoft.com/office/drawing/2014/main" id="{23E95ACA-27AB-4353-99D8-D7335C3F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W01-S14</a:t>
            </a:r>
          </a:p>
        </p:txBody>
      </p:sp>
      <p:sp>
        <p:nvSpPr>
          <p:cNvPr id="5" name="W01-S14-q">
            <a:extLst xmlns:a="http://schemas.openxmlformats.org/drawingml/2006/main">
              <a:ext uri="{FF2B5EF4-FFF2-40B4-BE49-F238E27FC236}">
                <a16:creationId xmlns:a16="http://schemas.microsoft.com/office/drawing/2014/main" id="{62DB6BE1-18C3-46D2-A36D-85F05F7C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3333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5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0" b="1">
                <a:solidFill>
                  <a:srgbClr val="A8C2D1"/>
                </a:solidFill>
                <a:latin typeface="Noto Sans KR"/>
                <a:ea typeface="Noto Sans KR"/>
                <a:cs typeface="Noto Sans KR"/>
              </a:defRPr>
            </a:pPr>
            <a:r>
              <a:rPr sz="17250" b="1">
                <a:solidFill>
                  <a:srgbClr val="A8C2D1"/>
                </a:solidFill>
                <a:latin typeface="Noto Sans KR"/>
                <a:ea typeface="Noto Sans KR"/>
                <a:cs typeface="Noto Sans KR"/>
              </a:rPr>
              <a:t>“</a:t>
            </a:r>
          </a:p>
        </p:txBody>
      </p:sp>
      <p:sp>
        <p:nvSpPr>
          <p:cNvPr id="6" name="W01-S14-body">
            <a:extLst xmlns:a="http://schemas.openxmlformats.org/drawingml/2006/main">
              <a:ext uri="{FF2B5EF4-FFF2-40B4-BE49-F238E27FC236}">
                <a16:creationId xmlns:a16="http://schemas.microsoft.com/office/drawing/2014/main" id="{B8CA4685-B274-465F-881C-05A8EA1D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132397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이 공간이 한 문장을 말한다면 뭐라고 할까요?</a:t>
            </a:r>
          </a:p>
        </p:txBody>
      </p:sp>
      <p:sp>
        <p:nvSpPr>
          <p:cNvPr id="7" name="W01-S14-under">
            <a:extLst xmlns:a="http://schemas.openxmlformats.org/drawingml/2006/main">
              <a:ext uri="{FF2B5EF4-FFF2-40B4-BE49-F238E27FC236}">
                <a16:creationId xmlns:a16="http://schemas.microsoft.com/office/drawing/2014/main" id="{09BD37BA-2572-4E01-AA01-70DB8847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524750"/>
            <a:ext cx="723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D1"/>
          </a:solidFill>
          <a:ln xmlns:a="http://schemas.openxmlformats.org/drawingml/2006/main" w="0">
            <a:solidFill>
              <a:srgbClr val="A8C2D1"/>
            </a:solidFill>
            <a:prstDash val="solid"/>
          </a:ln>
        </p:spPr>
      </p:sp>
      <p:sp>
        <p:nvSpPr>
          <p:cNvPr id="8" name="W01-S14-cue">
            <a:extLst xmlns:a="http://schemas.openxmlformats.org/drawingml/2006/main">
              <a:ext uri="{FF2B5EF4-FFF2-40B4-BE49-F238E27FC236}">
                <a16:creationId xmlns:a16="http://schemas.microsoft.com/office/drawing/2014/main" id="{31F935ED-29C6-48F0-B2F2-4B792BBC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905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한 문장으로 들려주세요.</a:t>
            </a:r>
          </a:p>
        </p:txBody>
      </p:sp>
    </p:spTree>
    <p:extLst>
      <p:ext uri="{BB962C8B-B14F-4D97-AF65-F5344CB8AC3E}">
        <p14:creationId xmlns:p14="http://schemas.microsoft.com/office/powerpoint/2010/main" val="687260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1-S15-week">
            <a:extLst xmlns:a="http://schemas.openxmlformats.org/drawingml/2006/main">
              <a:ext uri="{FF2B5EF4-FFF2-40B4-BE49-F238E27FC236}">
                <a16:creationId xmlns:a16="http://schemas.microsoft.com/office/drawing/2014/main" id="{7AE63F83-1A25-4515-813F-F2D8B2AD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W01  /  15</a:t>
            </a:r>
          </a:p>
        </p:txBody>
      </p:sp>
      <p:sp>
        <p:nvSpPr>
          <p:cNvPr id="2" name="W01-S15-label">
            <a:extLst xmlns:a="http://schemas.openxmlformats.org/drawingml/2006/main">
              <a:ext uri="{FF2B5EF4-FFF2-40B4-BE49-F238E27FC236}">
                <a16:creationId xmlns:a16="http://schemas.microsoft.com/office/drawing/2014/main" id="{F92EBEAA-E955-426D-8442-A4CE84BB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관계·갈등 탐색</a:t>
            </a:r>
          </a:p>
        </p:txBody>
      </p:sp>
      <p:sp>
        <p:nvSpPr>
          <p:cNvPr id="3" name="W01-S15-brand">
            <a:extLst xmlns:a="http://schemas.openxmlformats.org/drawingml/2006/main">
              <a:ext uri="{FF2B5EF4-FFF2-40B4-BE49-F238E27FC236}">
                <a16:creationId xmlns:a16="http://schemas.microsoft.com/office/drawing/2014/main" id="{D2E79988-1149-4B9D-84A1-B517AD01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1-S15-id">
            <a:extLst xmlns:a="http://schemas.openxmlformats.org/drawingml/2006/main">
              <a:ext uri="{FF2B5EF4-FFF2-40B4-BE49-F238E27FC236}">
                <a16:creationId xmlns:a16="http://schemas.microsoft.com/office/drawing/2014/main" id="{627BF169-C8B7-4DE3-9F20-4D95303C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W01-S15</a:t>
            </a:r>
          </a:p>
        </p:txBody>
      </p:sp>
      <p:sp>
        <p:nvSpPr>
          <p:cNvPr id="5" name="W01-S15-tension">
            <a:extLst xmlns:a="http://schemas.openxmlformats.org/drawingml/2006/main">
              <a:ext uri="{FF2B5EF4-FFF2-40B4-BE49-F238E27FC236}">
                <a16:creationId xmlns:a16="http://schemas.microsoft.com/office/drawing/2014/main" id="{430FB676-CB9D-47AB-836F-0CB0EDC1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71625"/>
            <a:ext cx="1123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750" b="1">
                <a:solidFill>
                  <a:srgbClr val="A8C2D1"/>
                </a:solidFill>
                <a:latin typeface="Noto Sans KR"/>
                <a:ea typeface="Noto Sans KR"/>
                <a:cs typeface="Noto Sans KR"/>
              </a:defRPr>
            </a:pPr>
            <a:r>
              <a:rPr sz="6750" b="1">
                <a:solidFill>
                  <a:srgbClr val="A8C2D1"/>
                </a:solidFill>
                <a:latin typeface="Noto Sans KR"/>
                <a:ea typeface="Noto Sans KR"/>
                <a:cs typeface="Noto Sans KR"/>
              </a:rPr>
              <a:t>TENSION / NEED</a:t>
            </a:r>
          </a:p>
        </p:txBody>
      </p:sp>
      <p:sp>
        <p:nvSpPr>
          <p:cNvPr id="6" name="W01-S15-axis-h">
            <a:extLst xmlns:a="http://schemas.openxmlformats.org/drawingml/2006/main">
              <a:ext uri="{FF2B5EF4-FFF2-40B4-BE49-F238E27FC236}">
                <a16:creationId xmlns:a16="http://schemas.microsoft.com/office/drawing/2014/main" id="{825FCB64-A08B-4ED5-9BCE-BEDEB178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19750"/>
            <a:ext cx="1428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7" name="W01-S15-axis-v">
            <a:extLst xmlns:a="http://schemas.openxmlformats.org/drawingml/2006/main">
              <a:ext uri="{FF2B5EF4-FFF2-40B4-BE49-F238E27FC236}">
                <a16:creationId xmlns:a16="http://schemas.microsoft.com/office/drawing/2014/main" id="{4FEFFE5A-EEED-4662-AD03-1CB40C7A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0"/>
            <a:ext cx="28575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8" name="W01-S15-axis-dot">
            <a:extLst xmlns:a="http://schemas.openxmlformats.org/drawingml/2006/main">
              <a:ext uri="{FF2B5EF4-FFF2-40B4-BE49-F238E27FC236}">
                <a16:creationId xmlns:a16="http://schemas.microsoft.com/office/drawing/2014/main" id="{15A2412A-445A-459F-90E3-491F781C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2863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C2D1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9" name="W01-S15-body">
            <a:extLst xmlns:a="http://schemas.openxmlformats.org/drawingml/2006/main">
              <a:ext uri="{FF2B5EF4-FFF2-40B4-BE49-F238E27FC236}">
                <a16:creationId xmlns:a16="http://schemas.microsoft.com/office/drawing/2014/main" id="{2921C176-55B8-4FCC-9653-99858437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43250"/>
            <a:ext cx="1428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49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이 공간이 지키는 것과 지금 필요로 하는 것은 무엇인가요?</a:t>
            </a:r>
          </a:p>
        </p:txBody>
      </p:sp>
      <p:sp>
        <p:nvSpPr>
          <p:cNvPr id="10" name="W01-S15-axis-left">
            <a:extLst xmlns:a="http://schemas.openxmlformats.org/drawingml/2006/main">
              <a:ext uri="{FF2B5EF4-FFF2-40B4-BE49-F238E27FC236}">
                <a16:creationId xmlns:a16="http://schemas.microsoft.com/office/drawing/2014/main" id="{E14D696C-8EAE-4215-9DA9-FFB21AB9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1912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지켜준 것</a:t>
            </a:r>
          </a:p>
        </p:txBody>
      </p:sp>
      <p:sp>
        <p:nvSpPr>
          <p:cNvPr id="11" name="W01-S15-axis-right">
            <a:extLst xmlns:a="http://schemas.openxmlformats.org/drawingml/2006/main">
              <a:ext uri="{FF2B5EF4-FFF2-40B4-BE49-F238E27FC236}">
                <a16:creationId xmlns:a16="http://schemas.microsoft.com/office/drawing/2014/main" id="{62C8A07B-020A-441D-8D14-81E986E1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912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21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지금 필요한 것</a:t>
            </a:r>
          </a:p>
        </p:txBody>
      </p:sp>
    </p:spTree>
    <p:extLst>
      <p:ext uri="{BB962C8B-B14F-4D97-AF65-F5344CB8AC3E}">
        <p14:creationId xmlns:p14="http://schemas.microsoft.com/office/powerpoint/2010/main" val="3298614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1-S16-week">
            <a:extLst xmlns:a="http://schemas.openxmlformats.org/drawingml/2006/main">
              <a:ext uri="{FF2B5EF4-FFF2-40B4-BE49-F238E27FC236}">
                <a16:creationId xmlns:a16="http://schemas.microsoft.com/office/drawing/2014/main" id="{661B2951-303C-43AE-AE4A-0F1AA50A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W01  /  16</a:t>
            </a:r>
          </a:p>
        </p:txBody>
      </p:sp>
      <p:sp>
        <p:nvSpPr>
          <p:cNvPr id="2" name="W01-S16-label">
            <a:extLst xmlns:a="http://schemas.openxmlformats.org/drawingml/2006/main">
              <a:ext uri="{FF2B5EF4-FFF2-40B4-BE49-F238E27FC236}">
                <a16:creationId xmlns:a16="http://schemas.microsoft.com/office/drawing/2014/main" id="{108C1E71-557A-4569-A9FA-3FFD6F41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소그룹 나눔</a:t>
            </a:r>
          </a:p>
        </p:txBody>
      </p:sp>
      <p:sp>
        <p:nvSpPr>
          <p:cNvPr id="3" name="W01-S16-brand">
            <a:extLst xmlns:a="http://schemas.openxmlformats.org/drawingml/2006/main">
              <a:ext uri="{FF2B5EF4-FFF2-40B4-BE49-F238E27FC236}">
                <a16:creationId xmlns:a16="http://schemas.microsoft.com/office/drawing/2014/main" id="{79314169-BA2F-4FF6-86E7-7878A2C6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1-S16-id">
            <a:extLst xmlns:a="http://schemas.openxmlformats.org/drawingml/2006/main">
              <a:ext uri="{FF2B5EF4-FFF2-40B4-BE49-F238E27FC236}">
                <a16:creationId xmlns:a16="http://schemas.microsoft.com/office/drawing/2014/main" id="{1AA8F481-5CB0-4AB9-A4DB-77B2E52C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W01-S16</a:t>
            </a:r>
          </a:p>
        </p:txBody>
      </p:sp>
      <p:sp>
        <p:nvSpPr>
          <p:cNvPr id="5" name="W01-S16-share">
            <a:extLst xmlns:a="http://schemas.openxmlformats.org/drawingml/2006/main">
              <a:ext uri="{FF2B5EF4-FFF2-40B4-BE49-F238E27FC236}">
                <a16:creationId xmlns:a16="http://schemas.microsoft.com/office/drawing/2014/main" id="{8F969264-2F81-47A1-856F-4C6A95C3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76375"/>
            <a:ext cx="1257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100" b="1">
                <a:solidFill>
                  <a:srgbClr val="A8C2D1"/>
                </a:solidFill>
                <a:latin typeface="Noto Sans KR"/>
                <a:ea typeface="Noto Sans KR"/>
                <a:cs typeface="Noto Sans KR"/>
              </a:defRPr>
            </a:pPr>
            <a:r>
              <a:rPr sz="8100" b="1">
                <a:solidFill>
                  <a:srgbClr val="A8C2D1"/>
                </a:solidFill>
                <a:latin typeface="Noto Sans KR"/>
                <a:ea typeface="Noto Sans KR"/>
                <a:cs typeface="Noto Sans KR"/>
              </a:rPr>
              <a:t>SHARE / REFLECT</a:t>
            </a:r>
          </a:p>
        </p:txBody>
      </p:sp>
      <p:sp>
        <p:nvSpPr>
          <p:cNvPr id="6" name="W01-S16-body">
            <a:extLst xmlns:a="http://schemas.openxmlformats.org/drawingml/2006/main">
              <a:ext uri="{FF2B5EF4-FFF2-40B4-BE49-F238E27FC236}">
                <a16:creationId xmlns:a16="http://schemas.microsoft.com/office/drawing/2014/main" id="{C0CDCA79-A4C2-4585-9C33-627192AF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5716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2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52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2인 나눔 / 설명·조언·해석 없이 듣고 반영합니다.</a:t>
            </a:r>
          </a:p>
        </p:txBody>
      </p:sp>
      <p:sp>
        <p:nvSpPr>
          <p:cNvPr id="7" name="W01-S16-share-n-0">
            <a:extLst xmlns:a="http://schemas.openxmlformats.org/drawingml/2006/main">
              <a:ext uri="{FF2B5EF4-FFF2-40B4-BE49-F238E27FC236}">
                <a16:creationId xmlns:a16="http://schemas.microsoft.com/office/drawing/2014/main" id="{28A92FA4-DE35-4278-9F52-F660F3B5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6675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A8C2D1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A8C2D1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W01-S16-share-rule-0">
            <a:extLst xmlns:a="http://schemas.openxmlformats.org/drawingml/2006/main">
              <a:ext uri="{FF2B5EF4-FFF2-40B4-BE49-F238E27FC236}">
                <a16:creationId xmlns:a16="http://schemas.microsoft.com/office/drawing/2014/main" id="{AFEB6AEA-C69C-42FC-B54C-A1D7435A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381875"/>
            <a:ext cx="4524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9" name="W01-S16-share-text-0">
            <a:extLst xmlns:a="http://schemas.openxmlformats.org/drawingml/2006/main">
              <a:ext uri="{FF2B5EF4-FFF2-40B4-BE49-F238E27FC236}">
                <a16:creationId xmlns:a16="http://schemas.microsoft.com/office/drawing/2014/main" id="{C326B691-83ED-4AC4-9815-27060EC7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620000"/>
            <a:ext cx="4524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설명보다 경험</a:t>
            </a:r>
          </a:p>
        </p:txBody>
      </p:sp>
      <p:sp>
        <p:nvSpPr>
          <p:cNvPr id="10" name="W01-S16-share-n-1">
            <a:extLst xmlns:a="http://schemas.openxmlformats.org/drawingml/2006/main">
              <a:ext uri="{FF2B5EF4-FFF2-40B4-BE49-F238E27FC236}">
                <a16:creationId xmlns:a16="http://schemas.microsoft.com/office/drawing/2014/main" id="{7E7F47CE-F201-44D5-BBCD-C0BE196E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6675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A8C2D1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A8C2D1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" name="W01-S16-share-rule-1">
            <a:extLst xmlns:a="http://schemas.openxmlformats.org/drawingml/2006/main">
              <a:ext uri="{FF2B5EF4-FFF2-40B4-BE49-F238E27FC236}">
                <a16:creationId xmlns:a16="http://schemas.microsoft.com/office/drawing/2014/main" id="{E82408E1-AEE6-4198-B5D9-FEB1D383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7381875"/>
            <a:ext cx="4524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2" name="W01-S16-share-text-1">
            <a:extLst xmlns:a="http://schemas.openxmlformats.org/drawingml/2006/main">
              <a:ext uri="{FF2B5EF4-FFF2-40B4-BE49-F238E27FC236}">
                <a16:creationId xmlns:a16="http://schemas.microsoft.com/office/drawing/2014/main" id="{1F6C38FA-1A09-4A9C-9520-126F92A2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7620000"/>
            <a:ext cx="4524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조언 없이 듣기</a:t>
            </a:r>
          </a:p>
        </p:txBody>
      </p:sp>
      <p:sp>
        <p:nvSpPr>
          <p:cNvPr id="13" name="W01-S16-share-n-2">
            <a:extLst xmlns:a="http://schemas.openxmlformats.org/drawingml/2006/main">
              <a:ext uri="{FF2B5EF4-FFF2-40B4-BE49-F238E27FC236}">
                <a16:creationId xmlns:a16="http://schemas.microsoft.com/office/drawing/2014/main" id="{5015E778-6A24-405A-B9D5-A2BDE6CC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675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A8C2D1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A8C2D1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4" name="W01-S16-share-rule-2">
            <a:extLst xmlns:a="http://schemas.openxmlformats.org/drawingml/2006/main">
              <a:ext uri="{FF2B5EF4-FFF2-40B4-BE49-F238E27FC236}">
                <a16:creationId xmlns:a16="http://schemas.microsoft.com/office/drawing/2014/main" id="{4BE1751E-FC2D-42ED-BAA3-73102791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7381875"/>
            <a:ext cx="4524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5" name="W01-S16-share-text-2">
            <a:extLst xmlns:a="http://schemas.openxmlformats.org/drawingml/2006/main">
              <a:ext uri="{FF2B5EF4-FFF2-40B4-BE49-F238E27FC236}">
                <a16:creationId xmlns:a16="http://schemas.microsoft.com/office/drawing/2014/main" id="{8813D610-0FA7-4718-A839-DC46CB3F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7620000"/>
            <a:ext cx="4524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“제가 들은 핵심은…”</a:t>
            </a:r>
          </a:p>
        </p:txBody>
      </p:sp>
    </p:spTree>
    <p:extLst>
      <p:ext uri="{BB962C8B-B14F-4D97-AF65-F5344CB8AC3E}">
        <p14:creationId xmlns:p14="http://schemas.microsoft.com/office/powerpoint/2010/main" val="3018923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1-S17-week">
            <a:extLst xmlns:a="http://schemas.openxmlformats.org/drawingml/2006/main">
              <a:ext uri="{FF2B5EF4-FFF2-40B4-BE49-F238E27FC236}">
                <a16:creationId xmlns:a16="http://schemas.microsoft.com/office/drawing/2014/main" id="{4D66F2B8-25E7-4655-9BA1-D29D45B8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W01  /  17</a:t>
            </a:r>
          </a:p>
        </p:txBody>
      </p:sp>
      <p:sp>
        <p:nvSpPr>
          <p:cNvPr id="2" name="W01-S17-label">
            <a:extLst xmlns:a="http://schemas.openxmlformats.org/drawingml/2006/main">
              <a:ext uri="{FF2B5EF4-FFF2-40B4-BE49-F238E27FC236}">
                <a16:creationId xmlns:a16="http://schemas.microsoft.com/office/drawing/2014/main" id="{905DD04B-8043-4E7F-AD7C-2381191F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전체 나눔</a:t>
            </a:r>
          </a:p>
        </p:txBody>
      </p:sp>
      <p:sp>
        <p:nvSpPr>
          <p:cNvPr id="3" name="W01-S17-brand">
            <a:extLst xmlns:a="http://schemas.openxmlformats.org/drawingml/2006/main">
              <a:ext uri="{FF2B5EF4-FFF2-40B4-BE49-F238E27FC236}">
                <a16:creationId xmlns:a16="http://schemas.microsoft.com/office/drawing/2014/main" id="{C5F91F94-6579-4CF4-8274-AFE37C7C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1-S17-id">
            <a:extLst xmlns:a="http://schemas.openxmlformats.org/drawingml/2006/main">
              <a:ext uri="{FF2B5EF4-FFF2-40B4-BE49-F238E27FC236}">
                <a16:creationId xmlns:a16="http://schemas.microsoft.com/office/drawing/2014/main" id="{0DA3E806-4708-4085-A09C-ADD9403F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W01-S17</a:t>
            </a:r>
          </a:p>
        </p:txBody>
      </p:sp>
      <p:sp>
        <p:nvSpPr>
          <p:cNvPr id="5" name="W01-S17-big-circle">
            <a:extLst xmlns:a="http://schemas.openxmlformats.org/drawingml/2006/main">
              <a:ext uri="{FF2B5EF4-FFF2-40B4-BE49-F238E27FC236}">
                <a16:creationId xmlns:a16="http://schemas.microsoft.com/office/drawing/2014/main" id="{9232326A-ED8A-4D3F-84E8-B0AB2437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5619750" cy="5619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A8C2D1"/>
            </a:solidFill>
            <a:prstDash val="solid"/>
          </a:ln>
        </p:spPr>
      </p:sp>
      <p:sp>
        <p:nvSpPr>
          <p:cNvPr id="6" name="W01-S17-small-circle">
            <a:extLst xmlns:a="http://schemas.openxmlformats.org/drawingml/2006/main">
              <a:ext uri="{FF2B5EF4-FFF2-40B4-BE49-F238E27FC236}">
                <a16:creationId xmlns:a16="http://schemas.microsoft.com/office/drawing/2014/main" id="{4C79C1B6-C5D4-4E6F-8A1D-590F5177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052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C2D1"/>
          </a:solidFill>
          <a:ln xmlns:a="http://schemas.openxmlformats.org/drawingml/2006/main" w="28575">
            <a:solidFill>
              <a:srgbClr val="101828"/>
            </a:solidFill>
            <a:prstDash val="solid"/>
          </a:ln>
        </p:spPr>
      </p:sp>
      <p:sp>
        <p:nvSpPr>
          <p:cNvPr id="7" name="W01-S17-body">
            <a:extLst xmlns:a="http://schemas.openxmlformats.org/drawingml/2006/main">
              <a:ext uri="{FF2B5EF4-FFF2-40B4-BE49-F238E27FC236}">
                <a16:creationId xmlns:a16="http://schemas.microsoft.com/office/drawing/2014/main" id="{8AE3DAD2-F6F2-453F-9A70-505101A2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62250"/>
            <a:ext cx="942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이 과정에서 만나고 싶은 한 가지를 말합니다.</a:t>
            </a:r>
          </a:p>
        </p:txBody>
      </p:sp>
      <p:sp>
        <p:nvSpPr>
          <p:cNvPr id="8" name="W01-S17-cue">
            <a:extLst xmlns:a="http://schemas.openxmlformats.org/drawingml/2006/main">
              <a:ext uri="{FF2B5EF4-FFF2-40B4-BE49-F238E27FC236}">
                <a16:creationId xmlns:a16="http://schemas.microsoft.com/office/drawing/2014/main" id="{72AEBDE9-9564-41DF-B0D3-BBBBFD96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66675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말하고 싶은 만큼만, 자신의 문장으로.</a:t>
            </a:r>
          </a:p>
        </p:txBody>
      </p:sp>
    </p:spTree>
    <p:extLst>
      <p:ext uri="{BB962C8B-B14F-4D97-AF65-F5344CB8AC3E}">
        <p14:creationId xmlns:p14="http://schemas.microsoft.com/office/powerpoint/2010/main" val="94287883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1-S18-week">
            <a:extLst xmlns:a="http://schemas.openxmlformats.org/drawingml/2006/main">
              <a:ext uri="{FF2B5EF4-FFF2-40B4-BE49-F238E27FC236}">
                <a16:creationId xmlns:a16="http://schemas.microsoft.com/office/drawing/2014/main" id="{623F4D6E-F588-46F1-A6E8-CD2A4481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W01  /  18</a:t>
            </a:r>
          </a:p>
        </p:txBody>
      </p:sp>
      <p:sp>
        <p:nvSpPr>
          <p:cNvPr id="2" name="W01-S18-label">
            <a:extLst xmlns:a="http://schemas.openxmlformats.org/drawingml/2006/main">
              <a:ext uri="{FF2B5EF4-FFF2-40B4-BE49-F238E27FC236}">
                <a16:creationId xmlns:a16="http://schemas.microsoft.com/office/drawing/2014/main" id="{44DFE3DA-854A-4BA4-ADE2-F7842E28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삶의 연결</a:t>
            </a:r>
          </a:p>
        </p:txBody>
      </p:sp>
      <p:sp>
        <p:nvSpPr>
          <p:cNvPr id="3" name="W01-S18-brand">
            <a:extLst xmlns:a="http://schemas.openxmlformats.org/drawingml/2006/main">
              <a:ext uri="{FF2B5EF4-FFF2-40B4-BE49-F238E27FC236}">
                <a16:creationId xmlns:a16="http://schemas.microsoft.com/office/drawing/2014/main" id="{6917CEC3-5DB7-4173-A65F-292E0CB0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1-S18-id">
            <a:extLst xmlns:a="http://schemas.openxmlformats.org/drawingml/2006/main">
              <a:ext uri="{FF2B5EF4-FFF2-40B4-BE49-F238E27FC236}">
                <a16:creationId xmlns:a16="http://schemas.microsoft.com/office/drawing/2014/main" id="{B2A3E22C-5D19-4809-8DA8-0C393269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W01-S18</a:t>
            </a:r>
          </a:p>
        </p:txBody>
      </p:sp>
      <p:sp>
        <p:nvSpPr>
          <p:cNvPr id="5" name="W01-S18-action">
            <a:extLst xmlns:a="http://schemas.openxmlformats.org/drawingml/2006/main">
              <a:ext uri="{FF2B5EF4-FFF2-40B4-BE49-F238E27FC236}">
                <a16:creationId xmlns:a16="http://schemas.microsoft.com/office/drawing/2014/main" id="{75B7CFC2-826E-4743-BF2F-56EE0CA0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24000"/>
            <a:ext cx="1000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650" b="1">
                <a:solidFill>
                  <a:srgbClr val="A8C2D1"/>
                </a:solidFill>
                <a:latin typeface="Noto Sans KR"/>
                <a:ea typeface="Noto Sans KR"/>
                <a:cs typeface="Noto Sans KR"/>
              </a:defRPr>
            </a:pPr>
            <a:r>
              <a:rPr sz="7650" b="1">
                <a:solidFill>
                  <a:srgbClr val="A8C2D1"/>
                </a:solidFill>
                <a:latin typeface="Noto Sans KR"/>
                <a:ea typeface="Noto Sans KR"/>
                <a:cs typeface="Noto Sans KR"/>
              </a:rPr>
              <a:t>NEXT / SMALL</a:t>
            </a:r>
          </a:p>
        </p:txBody>
      </p:sp>
      <p:sp>
        <p:nvSpPr>
          <p:cNvPr id="6" name="W01-S18-body">
            <a:extLst xmlns:a="http://schemas.openxmlformats.org/drawingml/2006/main">
              <a:ext uri="{FF2B5EF4-FFF2-40B4-BE49-F238E27FC236}">
                <a16:creationId xmlns:a16="http://schemas.microsoft.com/office/drawing/2014/main" id="{A7622A74-F27A-44AE-AAD4-6579D485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29000"/>
            <a:ext cx="15335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4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4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하루 한 번 ‘지금 내 마음의 날씨는 ______이다’를 기록합니다.</a:t>
            </a:r>
          </a:p>
        </p:txBody>
      </p:sp>
      <p:sp>
        <p:nvSpPr>
          <p:cNvPr id="7" name="W01-S18-action-rule">
            <a:extLst xmlns:a="http://schemas.openxmlformats.org/drawingml/2006/main">
              <a:ext uri="{FF2B5EF4-FFF2-40B4-BE49-F238E27FC236}">
                <a16:creationId xmlns:a16="http://schemas.microsoft.com/office/drawing/2014/main" id="{FA4D753D-5A01-43A5-B58D-75980C8D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143750"/>
            <a:ext cx="1533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8" name="W01-S18-action-cue">
            <a:extLst xmlns:a="http://schemas.openxmlformats.org/drawingml/2006/main">
              <a:ext uri="{FF2B5EF4-FFF2-40B4-BE49-F238E27FC236}">
                <a16:creationId xmlns:a16="http://schemas.microsoft.com/office/drawing/2014/main" id="{046B451D-6867-4D50-ADBF-D19A0E59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524750"/>
            <a:ext cx="1162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작게 시작하고 · 확인하고 · 다시 시작합니다.</a:t>
            </a:r>
          </a:p>
        </p:txBody>
      </p:sp>
    </p:spTree>
    <p:extLst>
      <p:ext uri="{BB962C8B-B14F-4D97-AF65-F5344CB8AC3E}">
        <p14:creationId xmlns:p14="http://schemas.microsoft.com/office/powerpoint/2010/main" val="97870288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1-S19-week">
            <a:extLst xmlns:a="http://schemas.openxmlformats.org/drawingml/2006/main">
              <a:ext uri="{FF2B5EF4-FFF2-40B4-BE49-F238E27FC236}">
                <a16:creationId xmlns:a16="http://schemas.microsoft.com/office/drawing/2014/main" id="{27B36373-6DBA-4D7F-87CE-3CF143B2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W01  /  19</a:t>
            </a:r>
          </a:p>
        </p:txBody>
      </p:sp>
      <p:sp>
        <p:nvSpPr>
          <p:cNvPr id="2" name="W01-S19-label">
            <a:extLst xmlns:a="http://schemas.openxmlformats.org/drawingml/2006/main">
              <a:ext uri="{FF2B5EF4-FFF2-40B4-BE49-F238E27FC236}">
                <a16:creationId xmlns:a16="http://schemas.microsoft.com/office/drawing/2014/main" id="{B8037D02-9330-462A-8DD0-20E2050E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마무리 문장</a:t>
            </a:r>
          </a:p>
        </p:txBody>
      </p:sp>
      <p:sp>
        <p:nvSpPr>
          <p:cNvPr id="3" name="W01-S19-brand">
            <a:extLst xmlns:a="http://schemas.openxmlformats.org/drawingml/2006/main">
              <a:ext uri="{FF2B5EF4-FFF2-40B4-BE49-F238E27FC236}">
                <a16:creationId xmlns:a16="http://schemas.microsoft.com/office/drawing/2014/main" id="{80047FDE-C0D4-4607-A4CB-F8207DBB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1-S19-id">
            <a:extLst xmlns:a="http://schemas.openxmlformats.org/drawingml/2006/main">
              <a:ext uri="{FF2B5EF4-FFF2-40B4-BE49-F238E27FC236}">
                <a16:creationId xmlns:a16="http://schemas.microsoft.com/office/drawing/2014/main" id="{FA2FDCB7-6E19-472E-9A37-15D71657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W01-S19</a:t>
            </a:r>
          </a:p>
        </p:txBody>
      </p:sp>
      <p:sp>
        <p:nvSpPr>
          <p:cNvPr id="5" name="W01-S19-close">
            <a:extLst xmlns:a="http://schemas.openxmlformats.org/drawingml/2006/main">
              <a:ext uri="{FF2B5EF4-FFF2-40B4-BE49-F238E27FC236}">
                <a16:creationId xmlns:a16="http://schemas.microsoft.com/office/drawing/2014/main" id="{4868FF47-42ED-427D-A59B-9CDF9FF4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33500"/>
            <a:ext cx="933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875" b="1">
                <a:solidFill>
                  <a:srgbClr val="A8C2D1">
                    <a:alpha val="70000"/>
                  </a:srgbClr>
                </a:solidFill>
                <a:latin typeface="Noto Sans KR"/>
                <a:ea typeface="Noto Sans KR"/>
                <a:cs typeface="Noto Sans KR"/>
              </a:defRPr>
            </a:pPr>
            <a:r>
              <a:rPr sz="10875" b="1">
                <a:solidFill>
                  <a:srgbClr val="A8C2D1">
                    <a:alpha val="70000"/>
                  </a:srgbClr>
                </a:solidFill>
                <a:latin typeface="Noto Sans KR"/>
                <a:ea typeface="Noto Sans KR"/>
                <a:cs typeface="Noto Sans KR"/>
              </a:rPr>
              <a:t>CLOSE</a:t>
            </a:r>
          </a:p>
        </p:txBody>
      </p:sp>
      <p:sp>
        <p:nvSpPr>
          <p:cNvPr id="6" name="W01-S19-body">
            <a:extLst xmlns:a="http://schemas.openxmlformats.org/drawingml/2006/main">
              <a:ext uri="{FF2B5EF4-FFF2-40B4-BE49-F238E27FC236}">
                <a16:creationId xmlns:a16="http://schemas.microsoft.com/office/drawing/2014/main" id="{AB16DD43-A5A0-4743-ABA2-54F1756D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15335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61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61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지금의 나는 ______한 공간에 있다.</a:t>
            </a:r>
          </a:p>
        </p:txBody>
      </p:sp>
      <p:sp>
        <p:nvSpPr>
          <p:cNvPr id="7" name="W01-S19-signature">
            <a:extLst xmlns:a="http://schemas.openxmlformats.org/drawingml/2006/main">
              <a:ext uri="{FF2B5EF4-FFF2-40B4-BE49-F238E27FC236}">
                <a16:creationId xmlns:a16="http://schemas.microsoft.com/office/drawing/2014/main" id="{3FCE9C57-CC17-4060-9379-E1F6F91D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667500"/>
            <a:ext cx="11620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D1"/>
          </a:solidFill>
          <a:ln xmlns:a="http://schemas.openxmlformats.org/drawingml/2006/main" w="0">
            <a:solidFill>
              <a:srgbClr val="A8C2D1"/>
            </a:solidFill>
            <a:prstDash val="solid"/>
          </a:ln>
        </p:spPr>
      </p:sp>
      <p:sp>
        <p:nvSpPr>
          <p:cNvPr id="8" name="W01-S19-cue">
            <a:extLst xmlns:a="http://schemas.openxmlformats.org/drawingml/2006/main">
              <a:ext uri="{FF2B5EF4-FFF2-40B4-BE49-F238E27FC236}">
                <a16:creationId xmlns:a16="http://schemas.microsoft.com/office/drawing/2014/main" id="{13C39876-0FB8-4DAA-8669-1F219CB4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191375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0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자신의 언어로 완성합니다.</a:t>
            </a:r>
          </a:p>
        </p:txBody>
      </p:sp>
    </p:spTree>
    <p:extLst>
      <p:ext uri="{BB962C8B-B14F-4D97-AF65-F5344CB8AC3E}">
        <p14:creationId xmlns:p14="http://schemas.microsoft.com/office/powerpoint/2010/main" val="5028936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2026-07-26T22:50:44.6310000Z</dcterms:created>
  <dcterms:modified xsi:type="dcterms:W3CDTF">2026-07-26T22:50:44.6310000Z</dcterms:modified>
</coreProperties>
</file>