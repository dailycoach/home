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f51214bbba49a5" /><Relationship Type="http://schemas.openxmlformats.org/officeDocument/2006/relationships/extended-properties" Target="/docProps/app.xml" Id="R2fc7dda4b07a455d" /><Relationship Type="http://schemas.openxmlformats.org/officeDocument/2006/relationships/officeDocument" Target="/ppt/presentation.xml" Id="Rf77b1ea898a6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0d946692ff41e7"/>
  </p:sldMasterIdLst>
  <p:notesMasterIdLst>
    <p:notesMasterId xmlns:r="http://schemas.openxmlformats.org/officeDocument/2006/relationships" r:id="R593cec54c764420e"/>
  </p:notesMasterIdLst>
  <p:sldIdLst>
    <p:sldId xmlns:r="http://schemas.openxmlformats.org/officeDocument/2006/relationships" id="256" r:id="R3cb76b6f926a45e9"/>
    <p:sldId xmlns:r="http://schemas.openxmlformats.org/officeDocument/2006/relationships" id="257" r:id="R767a46fce4544c4f"/>
    <p:sldId xmlns:r="http://schemas.openxmlformats.org/officeDocument/2006/relationships" id="258" r:id="R0e9a456489874df7"/>
    <p:sldId xmlns:r="http://schemas.openxmlformats.org/officeDocument/2006/relationships" id="259" r:id="R07a03f93e6114cfa"/>
    <p:sldId xmlns:r="http://schemas.openxmlformats.org/officeDocument/2006/relationships" id="260" r:id="Rd7729dd708764899"/>
    <p:sldId xmlns:r="http://schemas.openxmlformats.org/officeDocument/2006/relationships" id="261" r:id="Ra53cea94d7e04186"/>
    <p:sldId xmlns:r="http://schemas.openxmlformats.org/officeDocument/2006/relationships" id="262" r:id="R8f82d306b42b4533"/>
    <p:sldId xmlns:r="http://schemas.openxmlformats.org/officeDocument/2006/relationships" id="263" r:id="R49d56d4312484e15"/>
    <p:sldId xmlns:r="http://schemas.openxmlformats.org/officeDocument/2006/relationships" id="264" r:id="Rd9049382bbfd4708"/>
    <p:sldId xmlns:r="http://schemas.openxmlformats.org/officeDocument/2006/relationships" id="265" r:id="R803038f2d0104835"/>
    <p:sldId xmlns:r="http://schemas.openxmlformats.org/officeDocument/2006/relationships" id="266" r:id="R8a6a47d95d2c4275"/>
    <p:sldId xmlns:r="http://schemas.openxmlformats.org/officeDocument/2006/relationships" id="267" r:id="Rc77f1078f5a94f74"/>
    <p:sldId xmlns:r="http://schemas.openxmlformats.org/officeDocument/2006/relationships" id="268" r:id="R1212a572fce94bba"/>
    <p:sldId xmlns:r="http://schemas.openxmlformats.org/officeDocument/2006/relationships" id="269" r:id="R41385ba4f553430f"/>
    <p:sldId xmlns:r="http://schemas.openxmlformats.org/officeDocument/2006/relationships" id="270" r:id="Re7fb8c3ca7ca4aa0"/>
    <p:sldId xmlns:r="http://schemas.openxmlformats.org/officeDocument/2006/relationships" id="271" r:id="Rd22ee996b77a4b60"/>
    <p:sldId xmlns:r="http://schemas.openxmlformats.org/officeDocument/2006/relationships" id="272" r:id="R66c0026540fa4156"/>
    <p:sldId xmlns:r="http://schemas.openxmlformats.org/officeDocument/2006/relationships" id="273" r:id="Ra66654c232e547d8"/>
    <p:sldId xmlns:r="http://schemas.openxmlformats.org/officeDocument/2006/relationships" id="274" r:id="R98eadd4f2e8c4a4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7da5e5957f4ab1" /><Relationship Type="http://schemas.openxmlformats.org/officeDocument/2006/relationships/slideMaster" Target="/ppt/slideMasters/slideMaster1.xml" Id="R010d946692ff41e7" /><Relationship Type="http://schemas.openxmlformats.org/officeDocument/2006/relationships/notesMaster" Target="/ppt/notesMasters/notesMaster1.xml" Id="R593cec54c764420e" /><Relationship Type="http://schemas.openxmlformats.org/officeDocument/2006/relationships/presProps" Target="/ppt/presProps.xml" Id="Rf855fa9bc6ac4e8e" /><Relationship Type="http://schemas.openxmlformats.org/officeDocument/2006/relationships/tableStyles" Target="/ppt/tableStyles.xml" Id="Rbbb8304fa470408f" /><Relationship Type="http://schemas.openxmlformats.org/officeDocument/2006/relationships/slide" Target="/ppt/slides/slide1.xml" Id="R3cb76b6f926a45e9" /><Relationship Type="http://schemas.openxmlformats.org/officeDocument/2006/relationships/slide" Target="/ppt/slides/slide2.xml" Id="R767a46fce4544c4f" /><Relationship Type="http://schemas.openxmlformats.org/officeDocument/2006/relationships/slide" Target="/ppt/slides/slide3.xml" Id="R0e9a456489874df7" /><Relationship Type="http://schemas.openxmlformats.org/officeDocument/2006/relationships/slide" Target="/ppt/slides/slide4.xml" Id="R07a03f93e6114cfa" /><Relationship Type="http://schemas.openxmlformats.org/officeDocument/2006/relationships/slide" Target="/ppt/slides/slide5.xml" Id="Rd7729dd708764899" /><Relationship Type="http://schemas.openxmlformats.org/officeDocument/2006/relationships/slide" Target="/ppt/slides/slide6.xml" Id="Ra53cea94d7e04186" /><Relationship Type="http://schemas.openxmlformats.org/officeDocument/2006/relationships/slide" Target="/ppt/slides/slide7.xml" Id="R8f82d306b42b4533" /><Relationship Type="http://schemas.openxmlformats.org/officeDocument/2006/relationships/slide" Target="/ppt/slides/slide8.xml" Id="R49d56d4312484e15" /><Relationship Type="http://schemas.openxmlformats.org/officeDocument/2006/relationships/slide" Target="/ppt/slides/slide9.xml" Id="Rd9049382bbfd4708" /><Relationship Type="http://schemas.openxmlformats.org/officeDocument/2006/relationships/slide" Target="/ppt/slides/slide10.xml" Id="R803038f2d0104835" /><Relationship Type="http://schemas.openxmlformats.org/officeDocument/2006/relationships/slide" Target="/ppt/slides/slide11.xml" Id="R8a6a47d95d2c4275" /><Relationship Type="http://schemas.openxmlformats.org/officeDocument/2006/relationships/slide" Target="/ppt/slides/slide12.xml" Id="Rc77f1078f5a94f74" /><Relationship Type="http://schemas.openxmlformats.org/officeDocument/2006/relationships/slide" Target="/ppt/slides/slide13.xml" Id="R1212a572fce94bba" /><Relationship Type="http://schemas.openxmlformats.org/officeDocument/2006/relationships/slide" Target="/ppt/slides/slide14.xml" Id="R41385ba4f553430f" /><Relationship Type="http://schemas.openxmlformats.org/officeDocument/2006/relationships/slide" Target="/ppt/slides/slide15.xml" Id="Re7fb8c3ca7ca4aa0" /><Relationship Type="http://schemas.openxmlformats.org/officeDocument/2006/relationships/slide" Target="/ppt/slides/slide16.xml" Id="Rd22ee996b77a4b60" /><Relationship Type="http://schemas.openxmlformats.org/officeDocument/2006/relationships/slide" Target="/ppt/slides/slide17.xml" Id="R66c0026540fa4156" /><Relationship Type="http://schemas.openxmlformats.org/officeDocument/2006/relationships/slide" Target="/ppt/slides/slide18.xml" Id="Ra66654c232e547d8" /><Relationship Type="http://schemas.openxmlformats.org/officeDocument/2006/relationships/slide" Target="/ppt/slides/slide19.xml" Id="R98eadd4f2e8c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0c91290f7547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eb5f049fad4ee1" /><Relationship Type="http://schemas.openxmlformats.org/officeDocument/2006/relationships/notesMaster" Target="/ppt/notesMasters/notesMaster1.xml" Id="R6186fe0ec11346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fb8ed909ff48ed" /><Relationship Type="http://schemas.openxmlformats.org/officeDocument/2006/relationships/notesMaster" Target="/ppt/notesMasters/notesMaster1.xml" Id="Rf3ae084e91c441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ac240c090c4b0f" /><Relationship Type="http://schemas.openxmlformats.org/officeDocument/2006/relationships/notesMaster" Target="/ppt/notesMasters/notesMaster1.xml" Id="R843f3a572a3a40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168ebb79704e46" /><Relationship Type="http://schemas.openxmlformats.org/officeDocument/2006/relationships/notesMaster" Target="/ppt/notesMasters/notesMaster1.xml" Id="R346bf24bac9348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98f0d8dca247df" /><Relationship Type="http://schemas.openxmlformats.org/officeDocument/2006/relationships/notesMaster" Target="/ppt/notesMasters/notesMaster1.xml" Id="R87b4c353b64946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8ed4cd3e284d74" /><Relationship Type="http://schemas.openxmlformats.org/officeDocument/2006/relationships/notesMaster" Target="/ppt/notesMasters/notesMaster1.xml" Id="R97ea0667985f41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37710eec0547c3" /><Relationship Type="http://schemas.openxmlformats.org/officeDocument/2006/relationships/notesMaster" Target="/ppt/notesMasters/notesMaster1.xml" Id="R926efa6c00a446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c87c79848640bc" /><Relationship Type="http://schemas.openxmlformats.org/officeDocument/2006/relationships/notesMaster" Target="/ppt/notesMasters/notesMaster1.xml" Id="R476fa88535b245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1663719c76409b" /><Relationship Type="http://schemas.openxmlformats.org/officeDocument/2006/relationships/notesMaster" Target="/ppt/notesMasters/notesMaster1.xml" Id="Rfce554712b174b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35b9c4a9e0439b" /><Relationship Type="http://schemas.openxmlformats.org/officeDocument/2006/relationships/notesMaster" Target="/ppt/notesMasters/notesMaster1.xml" Id="R574bab83638640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9c48395aab47e3" /><Relationship Type="http://schemas.openxmlformats.org/officeDocument/2006/relationships/notesMaster" Target="/ppt/notesMasters/notesMaster1.xml" Id="R3352f91b8afb4d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4a6c708d864182" /><Relationship Type="http://schemas.openxmlformats.org/officeDocument/2006/relationships/notesMaster" Target="/ppt/notesMasters/notesMaster1.xml" Id="R0e3d93ee00334f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d501ed81844a00" /><Relationship Type="http://schemas.openxmlformats.org/officeDocument/2006/relationships/notesMaster" Target="/ppt/notesMasters/notesMaster1.xml" Id="R1ddf9094a7704e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934911164e4c53" /><Relationship Type="http://schemas.openxmlformats.org/officeDocument/2006/relationships/notesMaster" Target="/ppt/notesMasters/notesMaster1.xml" Id="R04c3ac9557eb47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70d993cfdc4994" /><Relationship Type="http://schemas.openxmlformats.org/officeDocument/2006/relationships/notesMaster" Target="/ppt/notesMasters/notesMaster1.xml" Id="Re41d33fc661840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3b5d58af4848cc" /><Relationship Type="http://schemas.openxmlformats.org/officeDocument/2006/relationships/notesMaster" Target="/ppt/notesMasters/notesMaster1.xml" Id="R0802bca28ad745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6189f390e14687" /><Relationship Type="http://schemas.openxmlformats.org/officeDocument/2006/relationships/notesMaster" Target="/ppt/notesMasters/notesMaster1.xml" Id="R3c0a6e80a63144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657650e3e34688" /><Relationship Type="http://schemas.openxmlformats.org/officeDocument/2006/relationships/notesMaster" Target="/ppt/notesMasters/notesMaster1.xml" Id="Rf965ccc2ed7c42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5894bd2ad54c0c" /><Relationship Type="http://schemas.openxmlformats.org/officeDocument/2006/relationships/notesMaster" Target="/ppt/notesMasters/notesMaster1.xml" Id="R6a4439bd98dc45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W04-S01</a:t>
            </a:r>
          </a:p>
          <a:p xmlns:a="http://schemas.openxmlformats.org/drawingml/2006/main">
            <a:r>
              <a:t>목적: 이번 회기의 위치와 주제를 한눈에 제시한다.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“W04 / 미래의 한 장면을 먼저 그려보기.” 오늘은 ‘무엇을 이루는가보다 어떻게 살고 싶은가?’라는 질문을 따라가겠습니다. 정답을 만들기보다 지금 보이는 만큼만 함께 살펴보겠습니다.</a:t>
            </a:r>
          </a:p>
          <a:p xmlns:a="http://schemas.openxmlformats.org/drawingml/2006/main">
            <a:r>
              <a:t>다음 질문: 이 질문을 들었을 때 지금 가장 먼저 떠오르는 단어는 무엇인가요?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이제 설명보다 현재의 감각으로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W04-S02</a:t>
            </a:r>
          </a:p>
          <a:p xmlns:a="http://schemas.openxmlformats.org/drawingml/2006/main">
            <a:r>
              <a:t>목적: 설명보다 장면 중심의 언어로 회기를 연다.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“성공보다 실제로 살고 싶은 하루를 그립니다.” 이 문장을 천천히 읽겠습니다. 설명을 바로 붙이지 않고, 지금 떠오르는 느낌이 자리 잡도록 잠시 기다리겠습니다.</a:t>
            </a:r>
          </a:p>
          <a:p xmlns:a="http://schemas.openxmlformats.org/drawingml/2006/main">
            <a:r>
              <a:t>다음 질문: 이 장면과 지금의 나 사이에 어떤 느낌이 있나요?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먼저 지금 이 자리에 도착한 몸과 감정을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W04-S03</a:t>
            </a:r>
          </a:p>
          <a:p xmlns:a="http://schemas.openxmlformats.org/drawingml/2006/main">
            <a:r>
              <a:t>목적: 감정과 몸 상태를 현재 시점에서 확인한다.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진행자 실제 발화: “지금의 감정과 몸의 상태를 한 단어로 적어주세요.” 길게 설명하지 않아도 됩니다. 감정이나 몸의 느낌 가운데 지금 가장 가까운 단어 하나만 적어보세요.</a:t>
            </a:r>
          </a:p>
          <a:p xmlns:a="http://schemas.openxmlformats.org/drawingml/2006/main">
            <a:r>
              <a:t>다음 질문: 그 단어는 몸의 어느 부분에서 가장 가까이 느껴지나요?</a:t>
            </a:r>
          </a:p>
          <a:p xmlns:a="http://schemas.openxmlformats.org/drawingml/2006/main">
            <a:r>
              <a:t>참여자가 막혔을 때의 대체 질문: 정확한 감정명이 어렵다면 ‘편안함/불편함/잘 모르겠음’ 중 하나를 골라도 됩니다.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깊이 들어가기 전에 오늘의 선택권을 다시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W04-S04</a:t>
            </a:r>
          </a:p>
          <a:p xmlns:a="http://schemas.openxmlformats.org/drawingml/2006/main">
            <a:r>
              <a:t>목적: 말하지 않을 권리, 쉬어갈 권리, 중단 선택을 안내한다.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“말하지 않아도, 질문을 건너뛰어도, 잠시 쉬어가도 괜찮습니다.” 이것은 안내 문구가 아니라 실제 선택권입니다. 어떤 질문도 건너뛸 수 있고, 언제든 멈추거나 자리를 옮길 수 있습니다.</a:t>
            </a:r>
          </a:p>
          <a:p xmlns:a="http://schemas.openxmlformats.org/drawingml/2006/main">
            <a:r>
              <a:t>다음 질문: 오늘 자신에게 필요한 참여 방식은 무엇인가요?</a:t>
            </a:r>
          </a:p>
          <a:p xmlns:a="http://schemas.openxmlformats.org/drawingml/2006/main">
            <a:r>
              <a:t>참여자가 막혔을 때의 대체 질문: 지금은 ‘계속하기/건너뛰기/잠시 쉬기’ 중 무엇이 가장 필요한가요?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선택권을 가진 채 지난 시간과 오늘을 연결해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W04-S05</a:t>
            </a:r>
          </a:p>
          <a:p xmlns:a="http://schemas.openxmlformats.org/drawingml/2006/main">
            <a:r>
              <a:t>목적: 이전 회기의 삶의 실험과 발견을 현재 장면으로 연결한다.</a:t>
            </a:r>
          </a:p>
          <a:p xmlns:a="http://schemas.openxmlformats.org/drawingml/2006/main">
            <a:r>
              <a:t>권장 시간: 7분</a:t>
            </a:r>
          </a:p>
          <a:p xmlns:a="http://schemas.openxmlformats.org/drawingml/2006/main">
            <a:r>
              <a:t>진행자 실제 발화: “지난주 자동으로 맡은 역할과 실제 욕구는 무엇이었나요?” 했는지 못했는지를 평가하지 않겠습니다. 그 사이에 알아차린 작은 변화나 반복 하나만 골라 이야기해 주세요.</a:t>
            </a:r>
          </a:p>
          <a:p xmlns:a="http://schemas.openxmlformats.org/drawingml/2006/main">
            <a:r>
              <a:t>다음 질문: 그 경험에서 새롭게 알아차린 것은 무엇인가요?</a:t>
            </a:r>
          </a:p>
          <a:p xmlns:a="http://schemas.openxmlformats.org/drawingml/2006/main">
            <a:r>
              <a:t>참여자가 막혔을 때의 대체 질문: 특별한 변화가 없었다면 ‘그대로였던 것’ 하나를 말해도 됩니다.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이제 말로만 설명하지 않고 하나의 장면으로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W04-S06</a:t>
            </a:r>
          </a:p>
          <a:p xmlns:a="http://schemas.openxmlformats.org/drawingml/2006/main">
            <a:r>
              <a:t>목적: 짧은 내레이션으로 심리적 장면을 연다.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지금부터 짧은 장면을 읽겠습니다. 눈을 감을 필요는 없습니다. “성공한 모습이 아니라 실제로 살아보고 싶은 평범한 하루를 떠올립니다. 무엇이 있는지만큼 무엇이 없는지도 중요합니다.” 떠오르는 만큼만 머물러 보겠습니다.</a:t>
            </a:r>
          </a:p>
          <a:p xmlns:a="http://schemas.openxmlformats.org/drawingml/2006/main">
            <a:r>
              <a:t>다음 질문: 이 장면에서 가장 먼저 눈에 들어오는 것은 무엇인가요?</a:t>
            </a:r>
          </a:p>
          <a:p xmlns:a="http://schemas.openxmlformats.org/drawingml/2006/main">
            <a:r>
              <a:t>참여자가 막혔을 때의 대체 질문: 장면이 떠오르지 않으면 날씨나 색 하나만 골라도 됩니다.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장면이 열렸다면 오늘의 그림 활동을 공개하겠습니다.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W04-S07</a:t>
            </a:r>
          </a:p>
          <a:p xmlns:a="http://schemas.openxmlformats.org/drawingml/2006/main">
            <a:r>
              <a:t>목적: 오늘의 그림 활동을 짧고 명확하게 공개한다.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오늘의 활동은 “3년 뒤 어느 평범한 하루 그리기”입니다. 완성 예시를 따라 그리지 않고, 자신의 방식으로 시작합니다.</a:t>
            </a:r>
          </a:p>
          <a:p xmlns:a="http://schemas.openxmlformats.org/drawingml/2006/main">
            <a:r>
              <a:t>다음 질문: 이 활동을 어떤 거리와 방식으로 시작하고 싶나요?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시작하기 전에 필요한 재료와 기록 자리를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W04-S08</a:t>
            </a:r>
          </a:p>
          <a:p xmlns:a="http://schemas.openxmlformats.org/drawingml/2006/main">
            <a:r>
              <a:t>목적: 스케치북, 색연필, 워크북 위치를 확인한다.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“스케치북 · 색연필 · 워크북을 준비합니다.” 스케치북은 그림을 위한 자리, 워크북은 말과 발견을 남기는 자리입니다. 준비되면 고개만 들어 주세요.</a:t>
            </a:r>
          </a:p>
          <a:p xmlns:a="http://schemas.openxmlformats.org/drawingml/2006/main">
            <a:r>
              <a:t>다음 질문: 그림과 기록 가운데 어느 것부터 시작하면 편안한가요?</a:t>
            </a:r>
          </a:p>
          <a:p xmlns:a="http://schemas.openxmlformats.org/drawingml/2006/main">
            <a:r>
              <a:t>참여자가 막혔을 때의 대체 질문: 지금 손에 먼저 잡고 싶은 재료 하나만 골라볼까요?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재료가 준비되면 표현 방법의 선택지를 짧게 안내하겠습니다.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W04-S09</a:t>
            </a:r>
          </a:p>
          <a:p xmlns:a="http://schemas.openxmlformats.org/drawingml/2006/main">
            <a:r>
              <a:t>목적: 그림의 구성 요소와 선택 가능한 표현 방식을 안내한다.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“시간대, 장소, 사람, 활동, 몸의 감각과 그 장면에 없는 것을 포함합니다.” 여기에 나온 요소를 모두 넣을 필요는 없습니다. 글자, 기호, 색면, 선, 비어 있는 자리만 사용해도 좋습니다.</a:t>
            </a:r>
          </a:p>
          <a:p xmlns:a="http://schemas.openxmlformats.org/drawingml/2006/main">
            <a:r>
              <a:t>다음 질문: 여러 요소 중 지금 넣고 싶은 것 하나는 무엇인가요?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이제 잘해야 한다는 부담을 내려놓는 한 문장을 기억하겠습니다.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W04-S10</a:t>
            </a:r>
          </a:p>
          <a:p xmlns:a="http://schemas.openxmlformats.org/drawingml/2006/main">
            <a:r>
              <a:t>목적: 완성도 부담을 낮추고 자기 속도를 허용한다.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“대단한 미래보다 실제로 살고 싶은 하루를 그립니다.” 이 한 문장만 기억하고 각자의 속도로 시작하겠습니다. 잘 그렸는지는 오늘의 기준이 아닙니다.</a:t>
            </a:r>
          </a:p>
          <a:p xmlns:a="http://schemas.openxmlformats.org/drawingml/2006/main">
            <a:r>
              <a:t>다음 질문: 지금 가능한 만큼은 어느 정도인가요?</a:t>
            </a:r>
          </a:p>
          <a:p xmlns:a="http://schemas.openxmlformats.org/drawingml/2006/main">
            <a:r>
              <a:t>참여자가 막혔을 때의 대체 질문: 완성하지 않아도 괜찮다면 첫 표시를 어디에 남기고 싶나요?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각자의 속도로 그림 활동을 시작하겠습니다.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W04-S11</a:t>
            </a:r>
          </a:p>
          <a:p xmlns:a="http://schemas.openxmlformats.org/drawingml/2006/main">
            <a:r>
              <a:t>목적: 화면 자극을 낮추고 타이머만 제공한다.</a:t>
            </a:r>
          </a:p>
          <a:p xmlns:a="http://schemas.openxmlformats.org/drawingml/2006/main">
            <a:r>
              <a:t>권장 시간: 25분</a:t>
            </a:r>
          </a:p>
          <a:p xmlns:a="http://schemas.openxmlformats.org/drawingml/2006/main">
            <a:r>
              <a:t>진행자 실제 발화: “25 MIN / 그림을 시작합니다.” 지금부터 25분입니다. 처음 5분과 마지막 5분에만 시간을 안내하겠습니다. 질문이 있으면 손을 들어 주세요.</a:t>
            </a:r>
          </a:p>
          <a:p xmlns:a="http://schemas.openxmlformats.org/drawingml/2006/main">
            <a:r>
              <a:t>다음 질문: 지금 더 필요한 것은 시간, 거리, 재료, 휴식 중 무엇인가요?</a:t>
            </a:r>
          </a:p>
          <a:p xmlns:a="http://schemas.openxmlformats.org/drawingml/2006/main">
            <a:r>
              <a:t>참여자가 막혔을 때의 대체 질문: 지금은 그리지 않고 잠시 바라보거나 한 단어만 적어도 괜찮습니다.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손을 멈춘 뒤, 수정하기 전에 먼저 작품을 바라보겠습니다.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W04-S12</a:t>
            </a:r>
          </a:p>
          <a:p xmlns:a="http://schemas.openxmlformats.org/drawingml/2006/main">
            <a:r>
              <a:t>목적: 수정 전에 작품을 있는 그대로 바라보게 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“그림을 바꾸기 전에 먼저 그대로 바라봅니다.”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이제 보이는 사실을 붙잡는 질문 하나로 시선을 좁혀보겠습니다.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W04-S13</a:t>
            </a:r>
          </a:p>
          <a:p xmlns:a="http://schemas.openxmlformats.org/drawingml/2006/main">
            <a:r>
              <a:t>목적: 해석이 아닌 보이는 요소를 언어화한다.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“이 장면의 시간, 속도, 몸의 감각은 어떠한가요?”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보이는 것을 확인했으니 그림 속 목소리를 한 문장으로 들어보겠습니다.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W04-S14</a:t>
            </a:r>
          </a:p>
          <a:p xmlns:a="http://schemas.openxmlformats.org/drawingml/2006/main">
            <a:r>
              <a:t>목적: 그림 속 주인공의 1인칭 목소리를 끌어낸다.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“미래의 내가 지금의 나에게 한 문장을 말한다면?” 완벽한 문장일 필요는 없습니다. 그림 속 존재가 지금 말하는 것처럼 1인칭 한 문장으로 들려주세요.</a:t>
            </a:r>
          </a:p>
          <a:p xmlns:a="http://schemas.openxmlformats.org/drawingml/2006/main">
            <a:r>
              <a:t>다음 질문: 그 문장을 ‘나는…’으로 시작하면 어떻게 들리나요?</a:t>
            </a:r>
          </a:p>
          <a:p xmlns:a="http://schemas.openxmlformats.org/drawingml/2006/main">
            <a:r>
              <a:t>참여자가 막혔을 때의 대체 질문: 문장 대신 한 단어, 소리, 또는 말하지 않기를 선택해도 됩니다.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그 목소리가 지켜온 것과 지금 필요한 것을 함께 살펴보겠습니다.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W04-S15</a:t>
            </a:r>
          </a:p>
          <a:p xmlns:a="http://schemas.openxmlformats.org/drawingml/2006/main">
            <a:r>
              <a:t>목적: 욕구·두려움·보호방식·대가를 구조화한다.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“표면적으로 원하는 목표 아래에는 어떤 욕구가 있나요?” 제가 의미를 정하지 않겠습니다. 당신이 고른 단어를 중심으로, 지켜준 점과 지금 필요한 점을 함께 보겠습니다.</a:t>
            </a:r>
          </a:p>
          <a:p xmlns:a="http://schemas.openxmlformats.org/drawingml/2006/main">
            <a:r>
              <a:t>다음 질문: 그 방식이 지켜준 것과 지금 치르는 대가는 각각 무엇인가요?</a:t>
            </a:r>
          </a:p>
          <a:p xmlns:a="http://schemas.openxmlformats.org/drawingml/2006/main">
            <a:r>
              <a:t>참여자가 막혔을 때의 대체 질문: 욕구가 어렵다면 ‘더 가까이/더 멀리/그대로’ 중 어디에 가까운가요?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정답을 만들지 않고, 들은 핵심을 소그룹에서 반영해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W04-S16</a:t>
            </a:r>
          </a:p>
          <a:p xmlns:a="http://schemas.openxmlformats.org/drawingml/2006/main">
            <a:r>
              <a:t>목적: 조언·평가·대리 해석을 막고 반영 중심으로 나눈다.</a:t>
            </a:r>
          </a:p>
          <a:p xmlns:a="http://schemas.openxmlformats.org/drawingml/2006/main">
            <a:r>
              <a:t>권장 시간: 15분</a:t>
            </a:r>
          </a:p>
          <a:p xmlns:a="http://schemas.openxmlformats.org/drawingml/2006/main">
            <a:r>
              <a:t>진행자 실제 발화: “2인 나눔 / 성취보다 장면 속 감각을 중심으로 말합니다.” 듣는 사람은 조언하거나 해석하지 않습니다. ‘제가 들은 핵심은…’으로 한 번만 반영해 주세요.</a:t>
            </a:r>
          </a:p>
          <a:p xmlns:a="http://schemas.openxmlformats.org/drawingml/2006/main">
            <a:r>
              <a:t>다음 질문: 상대의 말에서 그대로 되돌려 주고 싶은 핵심 단어는 무엇인가요?</a:t>
            </a:r>
          </a:p>
          <a:p xmlns:a="http://schemas.openxmlformats.org/drawingml/2006/main">
            <a:r>
              <a:t>참여자가 막혔을 때의 대체 질문: 설명 대신 작품에서 소개하고 싶은 부분 하나만 가리켜도 됩니다.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소그룹에서 나온 문장 가운데 전체와 나누고 싶은 것을 선택하겠습니다.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W04-S17</a:t>
            </a:r>
          </a:p>
          <a:p xmlns:a="http://schemas.openxmlformats.org/drawingml/2006/main">
            <a:r>
              <a:t>목적: 회기의 핵심 문장을 전체 장면으로 통합한다.</a:t>
            </a:r>
          </a:p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>진행자 실제 발화: “이 미래가 나에게 허락하는 것을 말합니다.” 모두가 말할 필요는 없습니다. 나누고 싶은 분의 문장 두세 개만 받고, 서로 다른 표현을 그대로 두겠습니다.</a:t>
            </a:r>
          </a:p>
          <a:p xmlns:a="http://schemas.openxmlformats.org/drawingml/2006/main">
            <a:r>
              <a:t>다음 질문: 오늘의 여러 문장 사이에서 공통으로 남는 것은 무엇인가요?</a:t>
            </a:r>
          </a:p>
          <a:p xmlns:a="http://schemas.openxmlformats.org/drawingml/2006/main">
            <a:r>
              <a:t>참여자가 막혔을 때의 대체 질문: 전체 이야기가 어렵다면 오늘 남기고 싶은 단어 하나만 골라도 됩니다.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오늘의 발견을 생활에서 확인할 수 있는 작은 행동으로 옮기겠습니다.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W04-S18</a:t>
            </a:r>
          </a:p>
          <a:p xmlns:a="http://schemas.openxmlformats.org/drawingml/2006/main">
            <a:r>
              <a:t>목적: 생활 속 관찰이나 작게 실행할 행동으로 번역한다.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“미래 장면의 요소 하나를 지금 10분 동안 경험해 봅니다.” 크게 바꾸기보다 실제 생활에서 확인할 수 있는 가장 작은 행동과 다시 시작하는 방법을 정하겠습니다.</a:t>
            </a:r>
          </a:p>
          <a:p xmlns:a="http://schemas.openxmlformats.org/drawingml/2006/main">
            <a:r>
              <a:t>다음 질문: 이 행동을 가장 작게 시작한다면 언제 무엇을 하면 될까요?</a:t>
            </a:r>
          </a:p>
          <a:p xmlns:a="http://schemas.openxmlformats.org/drawingml/2006/main">
            <a:r>
              <a:t>참여자가 막혔을 때의 대체 질문: 행동 대신 ‘멈출 것 하나’ 또는 ‘도움을 요청할 사람 하나’를 정해도 됩니다.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마지막으로 자신의 언어로 회기를 닫는 문장을 완성하겠습니다.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W04-S19</a:t>
            </a:r>
          </a:p>
          <a:p xmlns:a="http://schemas.openxmlformats.org/drawingml/2006/main">
            <a:r>
              <a:t>목적: 발화자가 완성한 문장으로 회기를 닫는다.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진행자 실제 발화: “내가 원하는 것은 ______을 느끼며 사는 것이다.” 빈칸은 자신의 단어로 완성합니다. 원한다면 직접 읽고, 읽지 않고 기록만 남겨도 괜찮습니다.</a:t>
            </a:r>
          </a:p>
          <a:p xmlns:a="http://schemas.openxmlformats.org/drawingml/2006/main">
            <a:r>
              <a:t>다음 질문: 이 문장을 오늘의 나에게 어떤 목소리로 들려주고 싶나요?</a:t>
            </a:r>
          </a:p>
          <a:p xmlns:a="http://schemas.openxmlformats.org/drawingml/2006/main">
            <a:r>
              <a:t>참여자가 막혔을 때의 대체 질문: 빈칸을 채우지 않고 지금 남은 느낌만 표시해도 괜찮습니다.</a:t>
            </a:r>
          </a:p>
          <a:p xmlns:a="http://schemas.openxmlformats.org/drawingml/2006/main">
            <a:r>
              <a:t>정서 반응이 커졌을 때의 대응: 사회적으로 좋아 보이는 미래보다 참여자가 실제로 원하는 감각과 관계를 우선한다.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WB-W04</a:t>
            </a:r>
          </a:p>
          <a:p xmlns:a="http://schemas.openxmlformats.org/drawingml/2006/main">
            <a:r>
              <a:t>다음 슬라이드 전환 문장: 오늘의 문장을 자신의 기록으로 남기고, 서두르지 않고 회기를 마치겠습니다.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W04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f1228a4df41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a788d1fe64886" /><Relationship Type="http://schemas.openxmlformats.org/officeDocument/2006/relationships/slideLayout" Target="/ppt/slideLayouts/slideLayout1.xml" Id="R013c04c545a446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c04c545a4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c80498deb445a" /><Relationship Type="http://schemas.openxmlformats.org/officeDocument/2006/relationships/notesSlide" Target="/ppt/notesSlides/notesSlide1.xml" Id="Rb8aa0e5cc7c842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65ae92f4d43d8" /><Relationship Type="http://schemas.openxmlformats.org/officeDocument/2006/relationships/notesSlide" Target="/ppt/notesSlides/notesSlide2.xml" Id="Ra49524a8930746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4669e48114462" /><Relationship Type="http://schemas.openxmlformats.org/officeDocument/2006/relationships/notesSlide" Target="/ppt/notesSlides/notesSlide3.xml" Id="R8f97bb06942e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210745c694159" /><Relationship Type="http://schemas.openxmlformats.org/officeDocument/2006/relationships/notesSlide" Target="/ppt/notesSlides/notesSlide4.xml" Id="R8d04dbb66dbd4d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4d730685346cd" /><Relationship Type="http://schemas.openxmlformats.org/officeDocument/2006/relationships/notesSlide" Target="/ppt/notesSlides/notesSlide5.xml" Id="R8df79af0471948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059b86b774cb7" /><Relationship Type="http://schemas.openxmlformats.org/officeDocument/2006/relationships/notesSlide" Target="/ppt/notesSlides/notesSlide6.xml" Id="Rc8d84616544a4b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45c6c28ed40e2" /><Relationship Type="http://schemas.openxmlformats.org/officeDocument/2006/relationships/notesSlide" Target="/ppt/notesSlides/notesSlide7.xml" Id="Rd177f0fc2e8240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c18c525154b28" /><Relationship Type="http://schemas.openxmlformats.org/officeDocument/2006/relationships/notesSlide" Target="/ppt/notesSlides/notesSlide8.xml" Id="R689e484def06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62e0d9cbb4cfb" /><Relationship Type="http://schemas.openxmlformats.org/officeDocument/2006/relationships/notesSlide" Target="/ppt/notesSlides/notesSlide9.xml" Id="R664b7acdd2e14c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66b1f27554690" /><Relationship Type="http://schemas.openxmlformats.org/officeDocument/2006/relationships/notesSlide" Target="/ppt/notesSlides/notesSlide10.xml" Id="R214befc6d51d4b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2411b70a64d27" /><Relationship Type="http://schemas.openxmlformats.org/officeDocument/2006/relationships/notesSlide" Target="/ppt/notesSlides/notesSlide11.xml" Id="R05eadd298eca49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031c0330a4172" /><Relationship Type="http://schemas.openxmlformats.org/officeDocument/2006/relationships/notesSlide" Target="/ppt/notesSlides/notesSlide12.xml" Id="R7a825aa2560145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4ba84b1ff49a0" /><Relationship Type="http://schemas.openxmlformats.org/officeDocument/2006/relationships/notesSlide" Target="/ppt/notesSlides/notesSlide13.xml" Id="R51acc707616f47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b90ed93bb46e9" /><Relationship Type="http://schemas.openxmlformats.org/officeDocument/2006/relationships/notesSlide" Target="/ppt/notesSlides/notesSlide14.xml" Id="R372a4f94c40744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da92e800b4368" /><Relationship Type="http://schemas.openxmlformats.org/officeDocument/2006/relationships/notesSlide" Target="/ppt/notesSlides/notesSlide15.xml" Id="Rcde3d41611cc4a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edd446d914250" /><Relationship Type="http://schemas.openxmlformats.org/officeDocument/2006/relationships/notesSlide" Target="/ppt/notesSlides/notesSlide16.xml" Id="R26524707367546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a948185864e48" /><Relationship Type="http://schemas.openxmlformats.org/officeDocument/2006/relationships/notesSlide" Target="/ppt/notesSlides/notesSlide17.xml" Id="Rb789bfe2160c4f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d6d18bc644120" /><Relationship Type="http://schemas.openxmlformats.org/officeDocument/2006/relationships/notesSlide" Target="/ppt/notesSlides/notesSlide18.xml" Id="R6f1f1be7337c49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ed8082b5f483d" /><Relationship Type="http://schemas.openxmlformats.org/officeDocument/2006/relationships/notesSlide" Target="/ppt/notesSlides/notesSlide19.xml" Id="Ra81b2d9f2b2547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1-week">
            <a:extLst xmlns:a="http://schemas.openxmlformats.org/drawingml/2006/main">
              <a:ext uri="{FF2B5EF4-FFF2-40B4-BE49-F238E27FC236}">
                <a16:creationId xmlns:a16="http://schemas.microsoft.com/office/drawing/2014/main" id="{13E4CCCB-B3AA-4AE3-A072-13617AAC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01</a:t>
            </a:r>
          </a:p>
        </p:txBody>
      </p:sp>
      <p:sp>
        <p:nvSpPr>
          <p:cNvPr id="2" name="W04-S01-label">
            <a:extLst xmlns:a="http://schemas.openxmlformats.org/drawingml/2006/main">
              <a:ext uri="{FF2B5EF4-FFF2-40B4-BE49-F238E27FC236}">
                <a16:creationId xmlns:a16="http://schemas.microsoft.com/office/drawing/2014/main" id="{A1A4F09E-7744-48D0-AC0A-ED5D2B19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주차 타이틀</a:t>
            </a:r>
          </a:p>
        </p:txBody>
      </p:sp>
      <p:sp>
        <p:nvSpPr>
          <p:cNvPr id="3" name="W04-S01-brand">
            <a:extLst xmlns:a="http://schemas.openxmlformats.org/drawingml/2006/main">
              <a:ext uri="{FF2B5EF4-FFF2-40B4-BE49-F238E27FC236}">
                <a16:creationId xmlns:a16="http://schemas.microsoft.com/office/drawing/2014/main" id="{8E7D8C83-99A1-4F37-A790-B692ACC9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1-id">
            <a:extLst xmlns:a="http://schemas.openxmlformats.org/drawingml/2006/main">
              <a:ext uri="{FF2B5EF4-FFF2-40B4-BE49-F238E27FC236}">
                <a16:creationId xmlns:a16="http://schemas.microsoft.com/office/drawing/2014/main" id="{9190DB1E-D01C-45EF-A2CE-3CBD6B3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W04-S01</a:t>
            </a:r>
          </a:p>
        </p:txBody>
      </p:sp>
      <p:sp>
        <p:nvSpPr>
          <p:cNvPr id="5" name="W04-S01-giant-week">
            <a:extLst xmlns:a="http://schemas.openxmlformats.org/drawingml/2006/main">
              <a:ext uri="{FF2B5EF4-FFF2-40B4-BE49-F238E27FC236}">
                <a16:creationId xmlns:a16="http://schemas.microsoft.com/office/drawing/2014/main" id="{F31D4B77-0066-4A65-A25F-B0DB61E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1650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W04</a:t>
            </a:r>
          </a:p>
        </p:txBody>
      </p:sp>
      <p:sp>
        <p:nvSpPr>
          <p:cNvPr id="6" name="W04-S01-title-rule">
            <a:extLst xmlns:a="http://schemas.openxmlformats.org/drawingml/2006/main">
              <a:ext uri="{FF2B5EF4-FFF2-40B4-BE49-F238E27FC236}">
                <a16:creationId xmlns:a16="http://schemas.microsoft.com/office/drawing/2014/main" id="{62F1E5A5-3929-4A6B-BEDC-1CD2354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638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4-S01-body">
            <a:extLst xmlns:a="http://schemas.openxmlformats.org/drawingml/2006/main">
              <a:ext uri="{FF2B5EF4-FFF2-40B4-BE49-F238E27FC236}">
                <a16:creationId xmlns:a16="http://schemas.microsoft.com/office/drawing/2014/main" id="{035ECA29-8210-4D9C-9128-A59DAB0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438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W04 / 미래의 한 장면을 먼저 그려보기</a:t>
            </a:r>
          </a:p>
        </p:txBody>
      </p:sp>
      <p:sp>
        <p:nvSpPr>
          <p:cNvPr id="8" name="W04-S01-prompt">
            <a:extLst xmlns:a="http://schemas.openxmlformats.org/drawingml/2006/main">
              <a:ext uri="{FF2B5EF4-FFF2-40B4-BE49-F238E27FC236}">
                <a16:creationId xmlns:a16="http://schemas.microsoft.com/office/drawing/2014/main" id="{95BC56BC-87BD-4C4A-A025-A1087C53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ARRIVE  ·  DRAW  ·  READ  ·  CONNECT</a:t>
            </a:r>
          </a:p>
        </p:txBody>
      </p:sp>
      <p:sp>
        <p:nvSpPr>
          <p:cNvPr id="9" name="W04-S01-circle">
            <a:extLst xmlns:a="http://schemas.openxmlformats.org/drawingml/2006/main">
              <a:ext uri="{FF2B5EF4-FFF2-40B4-BE49-F238E27FC236}">
                <a16:creationId xmlns:a16="http://schemas.microsoft.com/office/drawing/2014/main" id="{8C52053A-F2B2-4575-BD12-DA2E0723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23900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10" name="W04-S01-circle-line">
            <a:extLst xmlns:a="http://schemas.openxmlformats.org/drawingml/2006/main">
              <a:ext uri="{FF2B5EF4-FFF2-40B4-BE49-F238E27FC236}">
                <a16:creationId xmlns:a16="http://schemas.microsoft.com/office/drawing/2014/main" id="{4FE0068D-4540-43F5-AFB9-E841CCA2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09612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5824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2-week">
            <a:extLst xmlns:a="http://schemas.openxmlformats.org/drawingml/2006/main">
              <a:ext uri="{FF2B5EF4-FFF2-40B4-BE49-F238E27FC236}">
                <a16:creationId xmlns:a16="http://schemas.microsoft.com/office/drawing/2014/main" id="{EEFDC5A6-5C7E-4B7D-89B8-F6E47D73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02</a:t>
            </a:r>
          </a:p>
        </p:txBody>
      </p:sp>
      <p:sp>
        <p:nvSpPr>
          <p:cNvPr id="2" name="W04-S02-label">
            <a:extLst xmlns:a="http://schemas.openxmlformats.org/drawingml/2006/main">
              <a:ext uri="{FF2B5EF4-FFF2-40B4-BE49-F238E27FC236}">
                <a16:creationId xmlns:a16="http://schemas.microsoft.com/office/drawing/2014/main" id="{6FAB39B2-D644-4D89-B1A0-961EC7BC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오늘의 장면</a:t>
            </a:r>
          </a:p>
        </p:txBody>
      </p:sp>
      <p:sp>
        <p:nvSpPr>
          <p:cNvPr id="3" name="W04-S02-brand">
            <a:extLst xmlns:a="http://schemas.openxmlformats.org/drawingml/2006/main">
              <a:ext uri="{FF2B5EF4-FFF2-40B4-BE49-F238E27FC236}">
                <a16:creationId xmlns:a16="http://schemas.microsoft.com/office/drawing/2014/main" id="{71EAF73C-FB94-4BC3-841C-BE34FCA1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2-id">
            <a:extLst xmlns:a="http://schemas.openxmlformats.org/drawingml/2006/main">
              <a:ext uri="{FF2B5EF4-FFF2-40B4-BE49-F238E27FC236}">
                <a16:creationId xmlns:a16="http://schemas.microsoft.com/office/drawing/2014/main" id="{349D6FCC-531C-465A-89B7-EA81E4C1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W04-S02</a:t>
            </a:r>
          </a:p>
        </p:txBody>
      </p:sp>
      <p:sp>
        <p:nvSpPr>
          <p:cNvPr id="5" name="W04-S02-backword">
            <a:extLst xmlns:a="http://schemas.openxmlformats.org/drawingml/2006/main">
              <a:ext uri="{FF2B5EF4-FFF2-40B4-BE49-F238E27FC236}">
                <a16:creationId xmlns:a16="http://schemas.microsoft.com/office/drawing/2014/main" id="{9D9D5F3D-7724-45D6-A9BD-36ABB7E1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5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0" b="1">
                <a:solidFill>
                  <a:srgbClr val="F4CE46">
                    <a:alpha val="2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F4CE46">
                    <a:alpha val="25000"/>
                  </a:srgbClr>
                </a:solidFill>
                <a:latin typeface="Noto Sans KR"/>
                <a:ea typeface="Noto Sans KR"/>
                <a:cs typeface="Noto Sans KR"/>
              </a:rPr>
              <a:t>SCENE</a:t>
            </a:r>
          </a:p>
        </p:txBody>
      </p:sp>
      <p:sp>
        <p:nvSpPr>
          <p:cNvPr id="6" name="W04-S02-accent">
            <a:extLst xmlns:a="http://schemas.openxmlformats.org/drawingml/2006/main">
              <a:ext uri="{FF2B5EF4-FFF2-40B4-BE49-F238E27FC236}">
                <a16:creationId xmlns:a16="http://schemas.microsoft.com/office/drawing/2014/main" id="{A3146737-2A15-4F61-BBA9-B6F5DC15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095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7" name="W04-S02-body">
            <a:extLst xmlns:a="http://schemas.openxmlformats.org/drawingml/2006/main">
              <a:ext uri="{FF2B5EF4-FFF2-40B4-BE49-F238E27FC236}">
                <a16:creationId xmlns:a16="http://schemas.microsoft.com/office/drawing/2014/main" id="{7A9EF601-CF53-403E-8F89-6E3C7FBC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13525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성공보다 실제로 살고 싶은 하루를 그립니다.</a:t>
            </a:r>
          </a:p>
        </p:txBody>
      </p:sp>
      <p:sp>
        <p:nvSpPr>
          <p:cNvPr id="8" name="W04-S02-pause">
            <a:extLst xmlns:a="http://schemas.openxmlformats.org/drawingml/2006/main">
              <a:ext uri="{FF2B5EF4-FFF2-40B4-BE49-F238E27FC236}">
                <a16:creationId xmlns:a16="http://schemas.microsoft.com/office/drawing/2014/main" id="{25F09001-2E72-4ED7-94B8-A5EDA99C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39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잠시 머물러 봅니다.</a:t>
            </a:r>
          </a:p>
        </p:txBody>
      </p:sp>
    </p:spTree>
    <p:extLst>
      <p:ext uri="{BB962C8B-B14F-4D97-AF65-F5344CB8AC3E}">
        <p14:creationId xmlns:p14="http://schemas.microsoft.com/office/powerpoint/2010/main" val="1684882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3-week">
            <a:extLst xmlns:a="http://schemas.openxmlformats.org/drawingml/2006/main">
              <a:ext uri="{FF2B5EF4-FFF2-40B4-BE49-F238E27FC236}">
                <a16:creationId xmlns:a16="http://schemas.microsoft.com/office/drawing/2014/main" id="{D47F01EE-D1B2-40EE-8E94-B8FF708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03</a:t>
            </a:r>
          </a:p>
        </p:txBody>
      </p:sp>
      <p:sp>
        <p:nvSpPr>
          <p:cNvPr id="2" name="W04-S03-label">
            <a:extLst xmlns:a="http://schemas.openxmlformats.org/drawingml/2006/main">
              <a:ext uri="{FF2B5EF4-FFF2-40B4-BE49-F238E27FC236}">
                <a16:creationId xmlns:a16="http://schemas.microsoft.com/office/drawing/2014/main" id="{77AC6A52-DDCD-4D4B-861B-40CB365D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 상태 한 단어</a:t>
            </a:r>
          </a:p>
        </p:txBody>
      </p:sp>
      <p:sp>
        <p:nvSpPr>
          <p:cNvPr id="3" name="W04-S03-brand">
            <a:extLst xmlns:a="http://schemas.openxmlformats.org/drawingml/2006/main">
              <a:ext uri="{FF2B5EF4-FFF2-40B4-BE49-F238E27FC236}">
                <a16:creationId xmlns:a16="http://schemas.microsoft.com/office/drawing/2014/main" id="{C3FD9C0C-BAF5-40E1-88D2-033EA13B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3-id">
            <a:extLst xmlns:a="http://schemas.openxmlformats.org/drawingml/2006/main">
              <a:ext uri="{FF2B5EF4-FFF2-40B4-BE49-F238E27FC236}">
                <a16:creationId xmlns:a16="http://schemas.microsoft.com/office/drawing/2014/main" id="{CD0758A7-790D-4C12-9F52-E57864F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W04-S03</a:t>
            </a:r>
          </a:p>
        </p:txBody>
      </p:sp>
      <p:sp>
        <p:nvSpPr>
          <p:cNvPr id="5" name="W04-S03-q">
            <a:extLst xmlns:a="http://schemas.openxmlformats.org/drawingml/2006/main">
              <a:ext uri="{FF2B5EF4-FFF2-40B4-BE49-F238E27FC236}">
                <a16:creationId xmlns:a16="http://schemas.microsoft.com/office/drawing/2014/main" id="{66A4B24F-6A17-49AE-8418-463DAED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4-S03-body">
            <a:extLst xmlns:a="http://schemas.openxmlformats.org/drawingml/2006/main">
              <a:ext uri="{FF2B5EF4-FFF2-40B4-BE49-F238E27FC236}">
                <a16:creationId xmlns:a16="http://schemas.microsoft.com/office/drawing/2014/main" id="{31BC68A3-92A7-4EAE-9C6B-41EF03C9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지금의 감정과 몸의 상태를 한 단어로 적어주세요.</a:t>
            </a:r>
          </a:p>
        </p:txBody>
      </p:sp>
      <p:sp>
        <p:nvSpPr>
          <p:cNvPr id="7" name="W04-S03-under">
            <a:extLst xmlns:a="http://schemas.openxmlformats.org/drawingml/2006/main">
              <a:ext uri="{FF2B5EF4-FFF2-40B4-BE49-F238E27FC236}">
                <a16:creationId xmlns:a16="http://schemas.microsoft.com/office/drawing/2014/main" id="{7CA08C5A-5B14-4D79-A3F2-ECB9F65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8" name="W04-S03-cue">
            <a:extLst xmlns:a="http://schemas.openxmlformats.org/drawingml/2006/main">
              <a:ext uri="{FF2B5EF4-FFF2-40B4-BE49-F238E27FC236}">
                <a16:creationId xmlns:a16="http://schemas.microsoft.com/office/drawing/2014/main" id="{045019D9-6AA9-418A-BF41-EA05650A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2023071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4-week">
            <a:extLst xmlns:a="http://schemas.openxmlformats.org/drawingml/2006/main">
              <a:ext uri="{FF2B5EF4-FFF2-40B4-BE49-F238E27FC236}">
                <a16:creationId xmlns:a16="http://schemas.microsoft.com/office/drawing/2014/main" id="{B796C5F4-CE6B-427E-81C5-5660F5A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  /  04</a:t>
            </a:r>
          </a:p>
        </p:txBody>
      </p:sp>
      <p:sp>
        <p:nvSpPr>
          <p:cNvPr id="2" name="W04-S04-label">
            <a:extLst xmlns:a="http://schemas.openxmlformats.org/drawingml/2006/main">
              <a:ext uri="{FF2B5EF4-FFF2-40B4-BE49-F238E27FC236}">
                <a16:creationId xmlns:a16="http://schemas.microsoft.com/office/drawing/2014/main" id="{F0B7915C-6448-4A5A-B731-D625DB35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참여 선택권</a:t>
            </a:r>
          </a:p>
        </p:txBody>
      </p:sp>
      <p:sp>
        <p:nvSpPr>
          <p:cNvPr id="3" name="W04-S04-brand">
            <a:extLst xmlns:a="http://schemas.openxmlformats.org/drawingml/2006/main">
              <a:ext uri="{FF2B5EF4-FFF2-40B4-BE49-F238E27FC236}">
                <a16:creationId xmlns:a16="http://schemas.microsoft.com/office/drawing/2014/main" id="{B71919F6-C72B-43AD-BD8B-D24CE4A1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4-id">
            <a:extLst xmlns:a="http://schemas.openxmlformats.org/drawingml/2006/main">
              <a:ext uri="{FF2B5EF4-FFF2-40B4-BE49-F238E27FC236}">
                <a16:creationId xmlns:a16="http://schemas.microsoft.com/office/drawing/2014/main" id="{D1D4CC25-D4C9-41E3-AD6C-D72A4BA4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W04-S04</a:t>
            </a:r>
          </a:p>
        </p:txBody>
      </p:sp>
      <p:sp>
        <p:nvSpPr>
          <p:cNvPr id="5" name="W04-S04-choice">
            <a:extLst xmlns:a="http://schemas.openxmlformats.org/drawingml/2006/main">
              <a:ext uri="{FF2B5EF4-FFF2-40B4-BE49-F238E27FC236}">
                <a16:creationId xmlns:a16="http://schemas.microsoft.com/office/drawing/2014/main" id="{36EECF3A-B3E1-4CAD-9FEC-982EEC06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52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0" b="1">
                <a:solidFill>
                  <a:srgbClr val="F4CE46">
                    <a:alpha val="3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000" b="1">
                <a:solidFill>
                  <a:srgbClr val="F4CE46">
                    <a:alpha val="35000"/>
                  </a:srgbClr>
                </a:solidFill>
                <a:latin typeface="Noto Sans KR"/>
                <a:ea typeface="Noto Sans KR"/>
                <a:cs typeface="Noto Sans KR"/>
              </a:rPr>
              <a:t>CHOICE</a:t>
            </a:r>
          </a:p>
        </p:txBody>
      </p:sp>
      <p:sp>
        <p:nvSpPr>
          <p:cNvPr id="6" name="W04-S04-body">
            <a:extLst xmlns:a="http://schemas.openxmlformats.org/drawingml/2006/main">
              <a:ext uri="{FF2B5EF4-FFF2-40B4-BE49-F238E27FC236}">
                <a16:creationId xmlns:a16="http://schemas.microsoft.com/office/drawing/2014/main" id="{F1EAE70E-B938-49F6-BCDA-71B03043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562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않아도, 질문을 건너뛰어도, 잠시 쉬어가도 괜찮습니다.</a:t>
            </a:r>
          </a:p>
        </p:txBody>
      </p:sp>
      <p:sp>
        <p:nvSpPr>
          <p:cNvPr id="7" name="W04-S04-opt-rule-0">
            <a:extLst xmlns:a="http://schemas.openxmlformats.org/drawingml/2006/main">
              <a:ext uri="{FF2B5EF4-FFF2-40B4-BE49-F238E27FC236}">
                <a16:creationId xmlns:a16="http://schemas.microsoft.com/office/drawing/2014/main" id="{201ADE84-7AE0-4AF5-B7F3-C0C6D839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8" name="W04-S04-opt-0">
            <a:extLst xmlns:a="http://schemas.openxmlformats.org/drawingml/2006/main">
              <a:ext uri="{FF2B5EF4-FFF2-40B4-BE49-F238E27FC236}">
                <a16:creationId xmlns:a16="http://schemas.microsoft.com/office/drawing/2014/main" id="{415637B6-08E9-41DD-BCD7-5603ACF6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않기</a:t>
            </a:r>
          </a:p>
        </p:txBody>
      </p:sp>
      <p:sp>
        <p:nvSpPr>
          <p:cNvPr id="9" name="W04-S04-opt-rule-1">
            <a:extLst xmlns:a="http://schemas.openxmlformats.org/drawingml/2006/main">
              <a:ext uri="{FF2B5EF4-FFF2-40B4-BE49-F238E27FC236}">
                <a16:creationId xmlns:a16="http://schemas.microsoft.com/office/drawing/2014/main" id="{FAEF0E0F-AE3A-45E9-8B5A-240A998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10" name="W04-S04-opt-1">
            <a:extLst xmlns:a="http://schemas.openxmlformats.org/drawingml/2006/main">
              <a:ext uri="{FF2B5EF4-FFF2-40B4-BE49-F238E27FC236}">
                <a16:creationId xmlns:a16="http://schemas.microsoft.com/office/drawing/2014/main" id="{45AB1D01-E144-4E63-B5CD-9E2B3F7F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건너뛰기</a:t>
            </a:r>
          </a:p>
        </p:txBody>
      </p:sp>
      <p:sp>
        <p:nvSpPr>
          <p:cNvPr id="11" name="W04-S04-opt-rule-2">
            <a:extLst xmlns:a="http://schemas.openxmlformats.org/drawingml/2006/main">
              <a:ext uri="{FF2B5EF4-FFF2-40B4-BE49-F238E27FC236}">
                <a16:creationId xmlns:a16="http://schemas.microsoft.com/office/drawing/2014/main" id="{6498F3F6-CFCC-4CFC-9EA0-22C1E70F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12" name="W04-S04-opt-2">
            <a:extLst xmlns:a="http://schemas.openxmlformats.org/drawingml/2006/main">
              <a:ext uri="{FF2B5EF4-FFF2-40B4-BE49-F238E27FC236}">
                <a16:creationId xmlns:a16="http://schemas.microsoft.com/office/drawing/2014/main" id="{3E63C200-04D3-4317-87E8-FF4C449E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잠시 쉬기</a:t>
            </a:r>
          </a:p>
        </p:txBody>
      </p:sp>
    </p:spTree>
    <p:extLst>
      <p:ext uri="{BB962C8B-B14F-4D97-AF65-F5344CB8AC3E}">
        <p14:creationId xmlns:p14="http://schemas.microsoft.com/office/powerpoint/2010/main" val="1175022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5-week">
            <a:extLst xmlns:a="http://schemas.openxmlformats.org/drawingml/2006/main">
              <a:ext uri="{FF2B5EF4-FFF2-40B4-BE49-F238E27FC236}">
                <a16:creationId xmlns:a16="http://schemas.microsoft.com/office/drawing/2014/main" id="{25FD46E6-4EC6-44B0-9F3E-E8C7E7DF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05</a:t>
            </a:r>
          </a:p>
        </p:txBody>
      </p:sp>
      <p:sp>
        <p:nvSpPr>
          <p:cNvPr id="2" name="W04-S05-label">
            <a:extLst xmlns:a="http://schemas.openxmlformats.org/drawingml/2006/main">
              <a:ext uri="{FF2B5EF4-FFF2-40B4-BE49-F238E27FC236}">
                <a16:creationId xmlns:a16="http://schemas.microsoft.com/office/drawing/2014/main" id="{76720CBD-6140-4B61-8253-2AAA6ECD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지난주 돌아보기</a:t>
            </a:r>
          </a:p>
        </p:txBody>
      </p:sp>
      <p:sp>
        <p:nvSpPr>
          <p:cNvPr id="3" name="W04-S05-brand">
            <a:extLst xmlns:a="http://schemas.openxmlformats.org/drawingml/2006/main">
              <a:ext uri="{FF2B5EF4-FFF2-40B4-BE49-F238E27FC236}">
                <a16:creationId xmlns:a16="http://schemas.microsoft.com/office/drawing/2014/main" id="{A603301C-2E0F-427C-B894-D6628F68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5-id">
            <a:extLst xmlns:a="http://schemas.openxmlformats.org/drawingml/2006/main">
              <a:ext uri="{FF2B5EF4-FFF2-40B4-BE49-F238E27FC236}">
                <a16:creationId xmlns:a16="http://schemas.microsoft.com/office/drawing/2014/main" id="{01B273A4-5FA2-4EC1-AE06-E39B7A1D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W04-S05</a:t>
            </a:r>
          </a:p>
        </p:txBody>
      </p:sp>
      <p:sp>
        <p:nvSpPr>
          <p:cNvPr id="5" name="W04-S05-index">
            <a:extLst xmlns:a="http://schemas.openxmlformats.org/drawingml/2006/main">
              <a:ext uri="{FF2B5EF4-FFF2-40B4-BE49-F238E27FC236}">
                <a16:creationId xmlns:a16="http://schemas.microsoft.com/office/drawing/2014/main" id="{4BFE0109-F168-4087-B31F-425B933E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47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↺</a:t>
            </a:r>
          </a:p>
        </p:txBody>
      </p:sp>
      <p:sp>
        <p:nvSpPr>
          <p:cNvPr id="6" name="W04-S05-body">
            <a:extLst xmlns:a="http://schemas.openxmlformats.org/drawingml/2006/main">
              <a:ext uri="{FF2B5EF4-FFF2-40B4-BE49-F238E27FC236}">
                <a16:creationId xmlns:a16="http://schemas.microsoft.com/office/drawing/2014/main" id="{D0742B9E-F38E-47DB-900F-F5D9178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2954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지난주 자동으로 맡은 역할과 실제 욕구는 무엇이었나요?</a:t>
            </a:r>
          </a:p>
        </p:txBody>
      </p:sp>
      <p:sp>
        <p:nvSpPr>
          <p:cNvPr id="7" name="W04-S05-cue">
            <a:extLst xmlns:a="http://schemas.openxmlformats.org/drawingml/2006/main">
              <a:ext uri="{FF2B5EF4-FFF2-40B4-BE49-F238E27FC236}">
                <a16:creationId xmlns:a16="http://schemas.microsoft.com/office/drawing/2014/main" id="{4FA1E6E2-436F-4F49-AD06-EC99EC2F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858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성과보다 알아차림을 돌아봅니다.</a:t>
            </a:r>
          </a:p>
        </p:txBody>
      </p:sp>
      <p:sp>
        <p:nvSpPr>
          <p:cNvPr id="8" name="W04-S05-rule">
            <a:extLst xmlns:a="http://schemas.openxmlformats.org/drawingml/2006/main">
              <a:ext uri="{FF2B5EF4-FFF2-40B4-BE49-F238E27FC236}">
                <a16:creationId xmlns:a16="http://schemas.microsoft.com/office/drawing/2014/main" id="{DD0F317D-4DBB-40E5-868B-6E364024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5722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1210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6-week">
            <a:extLst xmlns:a="http://schemas.openxmlformats.org/drawingml/2006/main">
              <a:ext uri="{FF2B5EF4-FFF2-40B4-BE49-F238E27FC236}">
                <a16:creationId xmlns:a16="http://schemas.microsoft.com/office/drawing/2014/main" id="{DEE2E018-B265-4986-884B-73A02E26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  /  06</a:t>
            </a:r>
          </a:p>
        </p:txBody>
      </p:sp>
      <p:sp>
        <p:nvSpPr>
          <p:cNvPr id="2" name="W04-S06-label">
            <a:extLst xmlns:a="http://schemas.openxmlformats.org/drawingml/2006/main">
              <a:ext uri="{FF2B5EF4-FFF2-40B4-BE49-F238E27FC236}">
                <a16:creationId xmlns:a16="http://schemas.microsoft.com/office/drawing/2014/main" id="{AB2F2650-2590-4381-A611-7AD31F4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오프닝 스토리</a:t>
            </a:r>
          </a:p>
        </p:txBody>
      </p:sp>
      <p:sp>
        <p:nvSpPr>
          <p:cNvPr id="3" name="W04-S06-brand">
            <a:extLst xmlns:a="http://schemas.openxmlformats.org/drawingml/2006/main">
              <a:ext uri="{FF2B5EF4-FFF2-40B4-BE49-F238E27FC236}">
                <a16:creationId xmlns:a16="http://schemas.microsoft.com/office/drawing/2014/main" id="{F98641CD-327A-4E58-BCA5-CDC6253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6-id">
            <a:extLst xmlns:a="http://schemas.openxmlformats.org/drawingml/2006/main">
              <a:ext uri="{FF2B5EF4-FFF2-40B4-BE49-F238E27FC236}">
                <a16:creationId xmlns:a16="http://schemas.microsoft.com/office/drawing/2014/main" id="{13F4942C-9BE7-42E3-A0CD-BAF2E93C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W04-S06</a:t>
            </a:r>
          </a:p>
        </p:txBody>
      </p:sp>
      <p:sp>
        <p:nvSpPr>
          <p:cNvPr id="5" name="W04-S06-story-label">
            <a:extLst xmlns:a="http://schemas.openxmlformats.org/drawingml/2006/main">
              <a:ext uri="{FF2B5EF4-FFF2-40B4-BE49-F238E27FC236}">
                <a16:creationId xmlns:a16="http://schemas.microsoft.com/office/drawing/2014/main" id="{DAFB28FE-CE76-4743-88AC-994FCE49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STORY</a:t>
            </a:r>
          </a:p>
        </p:txBody>
      </p:sp>
      <p:sp>
        <p:nvSpPr>
          <p:cNvPr id="6" name="W04-S06-split">
            <a:extLst xmlns:a="http://schemas.openxmlformats.org/drawingml/2006/main">
              <a:ext uri="{FF2B5EF4-FFF2-40B4-BE49-F238E27FC236}">
                <a16:creationId xmlns:a16="http://schemas.microsoft.com/office/drawing/2014/main" id="{61F7AB9C-6100-4D13-92F5-34758165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28575" cy="633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W04-S06-body">
            <a:extLst xmlns:a="http://schemas.openxmlformats.org/drawingml/2006/main">
              <a:ext uri="{FF2B5EF4-FFF2-40B4-BE49-F238E27FC236}">
                <a16:creationId xmlns:a16="http://schemas.microsoft.com/office/drawing/2014/main" id="{0173CDD2-75D7-4286-9275-185D5D02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9906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성공한 모습이 아니라 실제로 살아보고 싶은 평범한 하루를 떠올립니다. 무엇이 있는지만큼 무엇이 없는지도 중요합니다.</a:t>
            </a:r>
          </a:p>
        </p:txBody>
      </p:sp>
      <p:sp>
        <p:nvSpPr>
          <p:cNvPr id="8" name="W04-S06-pause">
            <a:extLst xmlns:a="http://schemas.openxmlformats.org/drawingml/2006/main">
              <a:ext uri="{FF2B5EF4-FFF2-40B4-BE49-F238E27FC236}">
                <a16:creationId xmlns:a16="http://schemas.microsoft.com/office/drawing/2014/main" id="{D0A40658-F7B7-431E-BAAF-AB3BC783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676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문장 사이에 짧은 침묵을 둡니다.</a:t>
            </a:r>
          </a:p>
        </p:txBody>
      </p:sp>
    </p:spTree>
    <p:extLst>
      <p:ext uri="{BB962C8B-B14F-4D97-AF65-F5344CB8AC3E}">
        <p14:creationId xmlns:p14="http://schemas.microsoft.com/office/powerpoint/2010/main" val="2021316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7-week">
            <a:extLst xmlns:a="http://schemas.openxmlformats.org/drawingml/2006/main">
              <a:ext uri="{FF2B5EF4-FFF2-40B4-BE49-F238E27FC236}">
                <a16:creationId xmlns:a16="http://schemas.microsoft.com/office/drawing/2014/main" id="{889BA7F0-B2AB-4837-8BB2-62686E47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  /  07</a:t>
            </a:r>
          </a:p>
        </p:txBody>
      </p:sp>
      <p:sp>
        <p:nvSpPr>
          <p:cNvPr id="2" name="W04-S07-label">
            <a:extLst xmlns:a="http://schemas.openxmlformats.org/drawingml/2006/main">
              <a:ext uri="{FF2B5EF4-FFF2-40B4-BE49-F238E27FC236}">
                <a16:creationId xmlns:a16="http://schemas.microsoft.com/office/drawing/2014/main" id="{F0577E0A-915F-4D3A-A193-D7DD35C6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활동 주제 공개</a:t>
            </a:r>
          </a:p>
        </p:txBody>
      </p:sp>
      <p:sp>
        <p:nvSpPr>
          <p:cNvPr id="3" name="W04-S07-brand">
            <a:extLst xmlns:a="http://schemas.openxmlformats.org/drawingml/2006/main">
              <a:ext uri="{FF2B5EF4-FFF2-40B4-BE49-F238E27FC236}">
                <a16:creationId xmlns:a16="http://schemas.microsoft.com/office/drawing/2014/main" id="{6F03902C-E6D6-46B1-AFA4-75F36EB2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7-id">
            <a:extLst xmlns:a="http://schemas.openxmlformats.org/drawingml/2006/main">
              <a:ext uri="{FF2B5EF4-FFF2-40B4-BE49-F238E27FC236}">
                <a16:creationId xmlns:a16="http://schemas.microsoft.com/office/drawing/2014/main" id="{C250AA52-53F3-4535-A5D8-2F042BCB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W04-S07</a:t>
            </a:r>
          </a:p>
        </p:txBody>
      </p:sp>
      <p:sp>
        <p:nvSpPr>
          <p:cNvPr id="5" name="W04-S07-activity">
            <a:extLst xmlns:a="http://schemas.openxmlformats.org/drawingml/2006/main">
              <a:ext uri="{FF2B5EF4-FFF2-40B4-BE49-F238E27FC236}">
                <a16:creationId xmlns:a16="http://schemas.microsoft.com/office/drawing/2014/main" id="{21C2B50A-EDD8-49DD-8EC1-353AD100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485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3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133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ACTIVITY</a:t>
            </a:r>
          </a:p>
        </p:txBody>
      </p:sp>
      <p:sp>
        <p:nvSpPr>
          <p:cNvPr id="6" name="W04-S07-body">
            <a:extLst xmlns:a="http://schemas.openxmlformats.org/drawingml/2006/main">
              <a:ext uri="{FF2B5EF4-FFF2-40B4-BE49-F238E27FC236}">
                <a16:creationId xmlns:a16="http://schemas.microsoft.com/office/drawing/2014/main" id="{9600654E-8CA7-4EEA-909A-E248195B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562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ACTIVITY / 3년 뒤 어느 평범한 하루 그리기</a:t>
            </a:r>
          </a:p>
        </p:txBody>
      </p:sp>
      <p:sp>
        <p:nvSpPr>
          <p:cNvPr id="7" name="W04-S07-activity-rule">
            <a:extLst xmlns:a="http://schemas.openxmlformats.org/drawingml/2006/main">
              <a:ext uri="{FF2B5EF4-FFF2-40B4-BE49-F238E27FC236}">
                <a16:creationId xmlns:a16="http://schemas.microsoft.com/office/drawing/2014/main" id="{61696C62-4F67-4F69-B867-D5389432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07433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8-week">
            <a:extLst xmlns:a="http://schemas.openxmlformats.org/drawingml/2006/main">
              <a:ext uri="{FF2B5EF4-FFF2-40B4-BE49-F238E27FC236}">
                <a16:creationId xmlns:a16="http://schemas.microsoft.com/office/drawing/2014/main" id="{993C8D99-AA84-432F-9D0A-34DEAA3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08</a:t>
            </a:r>
          </a:p>
        </p:txBody>
      </p:sp>
      <p:sp>
        <p:nvSpPr>
          <p:cNvPr id="2" name="W04-S08-label">
            <a:extLst xmlns:a="http://schemas.openxmlformats.org/drawingml/2006/main">
              <a:ext uri="{FF2B5EF4-FFF2-40B4-BE49-F238E27FC236}">
                <a16:creationId xmlns:a16="http://schemas.microsoft.com/office/drawing/2014/main" id="{01FE4888-F073-454C-AF9C-786016FD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재료 준비</a:t>
            </a:r>
          </a:p>
        </p:txBody>
      </p:sp>
      <p:sp>
        <p:nvSpPr>
          <p:cNvPr id="3" name="W04-S08-brand">
            <a:extLst xmlns:a="http://schemas.openxmlformats.org/drawingml/2006/main">
              <a:ext uri="{FF2B5EF4-FFF2-40B4-BE49-F238E27FC236}">
                <a16:creationId xmlns:a16="http://schemas.microsoft.com/office/drawing/2014/main" id="{F7BF59FE-B44E-4143-9E65-2F59B854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8-id">
            <a:extLst xmlns:a="http://schemas.openxmlformats.org/drawingml/2006/main">
              <a:ext uri="{FF2B5EF4-FFF2-40B4-BE49-F238E27FC236}">
                <a16:creationId xmlns:a16="http://schemas.microsoft.com/office/drawing/2014/main" id="{C2FFAED0-6E74-4DC4-9FC4-D02BCC80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W04-S08</a:t>
            </a:r>
          </a:p>
        </p:txBody>
      </p:sp>
      <p:sp>
        <p:nvSpPr>
          <p:cNvPr id="5" name="W04-S08-body">
            <a:extLst xmlns:a="http://schemas.openxmlformats.org/drawingml/2006/main">
              <a:ext uri="{FF2B5EF4-FFF2-40B4-BE49-F238E27FC236}">
                <a16:creationId xmlns:a16="http://schemas.microsoft.com/office/drawing/2014/main" id="{D704ECC8-90C7-4C46-8762-51A33B8A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571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스케치북 · 색연필 · 워크북을 준비합니다.</a:t>
            </a:r>
          </a:p>
        </p:txBody>
      </p:sp>
      <p:sp>
        <p:nvSpPr>
          <p:cNvPr id="6" name="W04-S08-prep-circle-0">
            <a:extLst xmlns:a="http://schemas.openxmlformats.org/drawingml/2006/main">
              <a:ext uri="{FF2B5EF4-FFF2-40B4-BE49-F238E27FC236}">
                <a16:creationId xmlns:a16="http://schemas.microsoft.com/office/drawing/2014/main" id="{DAFBEBCA-33C0-4E6B-8251-4AD72A2F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CE46"/>
            </a:solidFill>
            <a:prstDash val="solid"/>
          </a:ln>
        </p:spPr>
      </p:sp>
      <p:sp>
        <p:nvSpPr>
          <p:cNvPr id="7" name="W04-S08-prep-en-0">
            <a:extLst xmlns:a="http://schemas.openxmlformats.org/drawingml/2006/main">
              <a:ext uri="{FF2B5EF4-FFF2-40B4-BE49-F238E27FC236}">
                <a16:creationId xmlns:a16="http://schemas.microsoft.com/office/drawing/2014/main" id="{42316814-7565-48BC-9934-48F42E66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SKETCHBOOK</a:t>
            </a:r>
          </a:p>
        </p:txBody>
      </p:sp>
      <p:sp>
        <p:nvSpPr>
          <p:cNvPr id="8" name="W04-S08-prep-ko-0">
            <a:extLst xmlns:a="http://schemas.openxmlformats.org/drawingml/2006/main">
              <a:ext uri="{FF2B5EF4-FFF2-40B4-BE49-F238E27FC236}">
                <a16:creationId xmlns:a16="http://schemas.microsoft.com/office/drawing/2014/main" id="{55824669-1FA3-46C0-ABAB-E4548FD8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그림의 자리</a:t>
            </a:r>
          </a:p>
        </p:txBody>
      </p:sp>
      <p:sp>
        <p:nvSpPr>
          <p:cNvPr id="9" name="W04-S08-prep-rule-0">
            <a:extLst xmlns:a="http://schemas.openxmlformats.org/drawingml/2006/main">
              <a:ext uri="{FF2B5EF4-FFF2-40B4-BE49-F238E27FC236}">
                <a16:creationId xmlns:a16="http://schemas.microsoft.com/office/drawing/2014/main" id="{30C2C620-982F-4ED8-A328-B127725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0" name="W04-S08-prep-circle-1">
            <a:extLst xmlns:a="http://schemas.openxmlformats.org/drawingml/2006/main">
              <a:ext uri="{FF2B5EF4-FFF2-40B4-BE49-F238E27FC236}">
                <a16:creationId xmlns:a16="http://schemas.microsoft.com/office/drawing/2014/main" id="{CFCC06C3-5968-4C51-A13B-6CC2010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CE46"/>
            </a:solidFill>
            <a:prstDash val="solid"/>
          </a:ln>
        </p:spPr>
      </p:sp>
      <p:sp>
        <p:nvSpPr>
          <p:cNvPr id="11" name="W04-S08-prep-en-1">
            <a:extLst xmlns:a="http://schemas.openxmlformats.org/drawingml/2006/main">
              <a:ext uri="{FF2B5EF4-FFF2-40B4-BE49-F238E27FC236}">
                <a16:creationId xmlns:a16="http://schemas.microsoft.com/office/drawing/2014/main" id="{49B2BB0F-00AA-46B9-86A8-476D5158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COLOR PENCILS</a:t>
            </a:r>
          </a:p>
        </p:txBody>
      </p:sp>
      <p:sp>
        <p:nvSpPr>
          <p:cNvPr id="12" name="W04-S08-prep-ko-1">
            <a:extLst xmlns:a="http://schemas.openxmlformats.org/drawingml/2006/main">
              <a:ext uri="{FF2B5EF4-FFF2-40B4-BE49-F238E27FC236}">
                <a16:creationId xmlns:a16="http://schemas.microsoft.com/office/drawing/2014/main" id="{4907B4C1-6273-4B6D-8E9B-2C085BD9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표현의 도구</a:t>
            </a:r>
          </a:p>
        </p:txBody>
      </p:sp>
      <p:sp>
        <p:nvSpPr>
          <p:cNvPr id="13" name="W04-S08-prep-rule-1">
            <a:extLst xmlns:a="http://schemas.openxmlformats.org/drawingml/2006/main">
              <a:ext uri="{FF2B5EF4-FFF2-40B4-BE49-F238E27FC236}">
                <a16:creationId xmlns:a16="http://schemas.microsoft.com/office/drawing/2014/main" id="{F757FBE4-C241-4F24-A45D-794BF72A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4" name="W04-S08-prep-circle-2">
            <a:extLst xmlns:a="http://schemas.openxmlformats.org/drawingml/2006/main">
              <a:ext uri="{FF2B5EF4-FFF2-40B4-BE49-F238E27FC236}">
                <a16:creationId xmlns:a16="http://schemas.microsoft.com/office/drawing/2014/main" id="{D9DE0636-53BE-4537-AF26-2BB885C0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CE46"/>
            </a:solidFill>
            <a:prstDash val="solid"/>
          </a:ln>
        </p:spPr>
      </p:sp>
      <p:sp>
        <p:nvSpPr>
          <p:cNvPr id="15" name="W04-S08-prep-en-2">
            <a:extLst xmlns:a="http://schemas.openxmlformats.org/drawingml/2006/main">
              <a:ext uri="{FF2B5EF4-FFF2-40B4-BE49-F238E27FC236}">
                <a16:creationId xmlns:a16="http://schemas.microsoft.com/office/drawing/2014/main" id="{7B4F6EEB-B4F4-4D52-8210-06B9BAD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WORKBOOK</a:t>
            </a:r>
          </a:p>
        </p:txBody>
      </p:sp>
      <p:sp>
        <p:nvSpPr>
          <p:cNvPr id="16" name="W04-S08-prep-ko-2">
            <a:extLst xmlns:a="http://schemas.openxmlformats.org/drawingml/2006/main">
              <a:ext uri="{FF2B5EF4-FFF2-40B4-BE49-F238E27FC236}">
                <a16:creationId xmlns:a16="http://schemas.microsoft.com/office/drawing/2014/main" id="{EBA75F7F-5A5B-4E1B-8144-3BAFF872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발견의 기록</a:t>
            </a:r>
          </a:p>
        </p:txBody>
      </p:sp>
      <p:sp>
        <p:nvSpPr>
          <p:cNvPr id="17" name="W04-S08-prep-rule-2">
            <a:extLst xmlns:a="http://schemas.openxmlformats.org/drawingml/2006/main">
              <a:ext uri="{FF2B5EF4-FFF2-40B4-BE49-F238E27FC236}">
                <a16:creationId xmlns:a16="http://schemas.microsoft.com/office/drawing/2014/main" id="{3958C910-1DBF-4A2C-A98B-B36A0084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8534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09-week">
            <a:extLst xmlns:a="http://schemas.openxmlformats.org/drawingml/2006/main">
              <a:ext uri="{FF2B5EF4-FFF2-40B4-BE49-F238E27FC236}">
                <a16:creationId xmlns:a16="http://schemas.microsoft.com/office/drawing/2014/main" id="{A6E52B13-E3E0-484D-8ACA-9A85DD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09</a:t>
            </a:r>
          </a:p>
        </p:txBody>
      </p:sp>
      <p:sp>
        <p:nvSpPr>
          <p:cNvPr id="2" name="W04-S09-label">
            <a:extLst xmlns:a="http://schemas.openxmlformats.org/drawingml/2006/main">
              <a:ext uri="{FF2B5EF4-FFF2-40B4-BE49-F238E27FC236}">
                <a16:creationId xmlns:a16="http://schemas.microsoft.com/office/drawing/2014/main" id="{BD62E4E1-396F-40CE-834C-51414F23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 안내</a:t>
            </a:r>
          </a:p>
        </p:txBody>
      </p:sp>
      <p:sp>
        <p:nvSpPr>
          <p:cNvPr id="3" name="W04-S09-brand">
            <a:extLst xmlns:a="http://schemas.openxmlformats.org/drawingml/2006/main">
              <a:ext uri="{FF2B5EF4-FFF2-40B4-BE49-F238E27FC236}">
                <a16:creationId xmlns:a16="http://schemas.microsoft.com/office/drawing/2014/main" id="{547D7280-8545-42A2-808C-739EA04E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09-id">
            <a:extLst xmlns:a="http://schemas.openxmlformats.org/drawingml/2006/main">
              <a:ext uri="{FF2B5EF4-FFF2-40B4-BE49-F238E27FC236}">
                <a16:creationId xmlns:a16="http://schemas.microsoft.com/office/drawing/2014/main" id="{01E2347F-8970-4648-9653-2D626423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W04-S09</a:t>
            </a:r>
          </a:p>
        </p:txBody>
      </p:sp>
      <p:sp>
        <p:nvSpPr>
          <p:cNvPr id="5" name="W04-S09-guide">
            <a:extLst xmlns:a="http://schemas.openxmlformats.org/drawingml/2006/main">
              <a:ext uri="{FF2B5EF4-FFF2-40B4-BE49-F238E27FC236}">
                <a16:creationId xmlns:a16="http://schemas.microsoft.com/office/drawing/2014/main" id="{41FFABBB-C8DC-47C7-994F-3D3E6B2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DRAWING GUIDE</a:t>
            </a:r>
          </a:p>
        </p:txBody>
      </p:sp>
      <p:sp>
        <p:nvSpPr>
          <p:cNvPr id="6" name="W04-S09-body">
            <a:extLst xmlns:a="http://schemas.openxmlformats.org/drawingml/2006/main">
              <a:ext uri="{FF2B5EF4-FFF2-40B4-BE49-F238E27FC236}">
                <a16:creationId xmlns:a16="http://schemas.microsoft.com/office/drawing/2014/main" id="{A2A001DC-922F-475F-9F40-96436189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552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시간대, 장소, 사람, 활동, 몸의 감각과 그 장면에 없는 것을 포함합니다.</a:t>
            </a:r>
          </a:p>
        </p:txBody>
      </p:sp>
      <p:sp>
        <p:nvSpPr>
          <p:cNvPr id="7" name="W04-S09-guide-circle-0">
            <a:extLst xmlns:a="http://schemas.openxmlformats.org/drawingml/2006/main">
              <a:ext uri="{FF2B5EF4-FFF2-40B4-BE49-F238E27FC236}">
                <a16:creationId xmlns:a16="http://schemas.microsoft.com/office/drawing/2014/main" id="{4A2D7448-28C3-4838-947B-7EA7A10F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CE46"/>
            </a:solidFill>
            <a:prstDash val="solid"/>
          </a:ln>
        </p:spPr>
      </p:sp>
      <p:sp>
        <p:nvSpPr>
          <p:cNvPr id="8" name="W04-S09-guide-line-0">
            <a:extLst xmlns:a="http://schemas.openxmlformats.org/drawingml/2006/main">
              <a:ext uri="{FF2B5EF4-FFF2-40B4-BE49-F238E27FC236}">
                <a16:creationId xmlns:a16="http://schemas.microsoft.com/office/drawing/2014/main" id="{148C0A8C-CA9F-4103-A207-8913895E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9" name="W04-S09-guide-circle-1">
            <a:extLst xmlns:a="http://schemas.openxmlformats.org/drawingml/2006/main">
              <a:ext uri="{FF2B5EF4-FFF2-40B4-BE49-F238E27FC236}">
                <a16:creationId xmlns:a16="http://schemas.microsoft.com/office/drawing/2014/main" id="{E297D5C3-15D6-4EAE-BC27-D0A54B19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CE46"/>
            </a:solidFill>
            <a:prstDash val="solid"/>
          </a:ln>
        </p:spPr>
      </p:sp>
      <p:sp>
        <p:nvSpPr>
          <p:cNvPr id="10" name="W04-S09-guide-line-1">
            <a:extLst xmlns:a="http://schemas.openxmlformats.org/drawingml/2006/main">
              <a:ext uri="{FF2B5EF4-FFF2-40B4-BE49-F238E27FC236}">
                <a16:creationId xmlns:a16="http://schemas.microsoft.com/office/drawing/2014/main" id="{630A9535-6121-49F4-B462-4965C6A3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1" name="W04-S09-guide-circle-2">
            <a:extLst xmlns:a="http://schemas.openxmlformats.org/drawingml/2006/main">
              <a:ext uri="{FF2B5EF4-FFF2-40B4-BE49-F238E27FC236}">
                <a16:creationId xmlns:a16="http://schemas.microsoft.com/office/drawing/2014/main" id="{8BAF97DF-CF94-4D7E-B1BB-E42CC88C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CE46"/>
            </a:solidFill>
            <a:prstDash val="solid"/>
          </a:ln>
        </p:spPr>
      </p:sp>
      <p:sp>
        <p:nvSpPr>
          <p:cNvPr id="12" name="W04-S09-guide-line-2">
            <a:extLst xmlns:a="http://schemas.openxmlformats.org/drawingml/2006/main">
              <a:ext uri="{FF2B5EF4-FFF2-40B4-BE49-F238E27FC236}">
                <a16:creationId xmlns:a16="http://schemas.microsoft.com/office/drawing/2014/main" id="{230CE90E-2874-4528-A901-9F35DAB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3" name="W04-S09-guide-circle-3">
            <a:extLst xmlns:a="http://schemas.openxmlformats.org/drawingml/2006/main">
              <a:ext uri="{FF2B5EF4-FFF2-40B4-BE49-F238E27FC236}">
                <a16:creationId xmlns:a16="http://schemas.microsoft.com/office/drawing/2014/main" id="{1964A153-58FB-48F4-8D1B-A9687759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CE46"/>
            </a:solidFill>
            <a:prstDash val="solid"/>
          </a:ln>
        </p:spPr>
      </p:sp>
      <p:sp>
        <p:nvSpPr>
          <p:cNvPr id="14" name="W04-S09-guide-line-3">
            <a:extLst xmlns:a="http://schemas.openxmlformats.org/drawingml/2006/main">
              <a:ext uri="{FF2B5EF4-FFF2-40B4-BE49-F238E27FC236}">
                <a16:creationId xmlns:a16="http://schemas.microsoft.com/office/drawing/2014/main" id="{730D1A3C-C7DF-4384-99B2-31C68818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5" name="W04-S09-choice">
            <a:extLst xmlns:a="http://schemas.openxmlformats.org/drawingml/2006/main">
              <a:ext uri="{FF2B5EF4-FFF2-40B4-BE49-F238E27FC236}">
                <a16:creationId xmlns:a16="http://schemas.microsoft.com/office/drawing/2014/main" id="{200CB9A6-5881-4BAB-ABC6-6705B97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8105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모두 넣을 필요는 없습니다. 선 · 색 · 거리 · 빈 공간도 표현입니다.</a:t>
            </a:r>
          </a:p>
        </p:txBody>
      </p:sp>
    </p:spTree>
    <p:extLst>
      <p:ext uri="{BB962C8B-B14F-4D97-AF65-F5344CB8AC3E}">
        <p14:creationId xmlns:p14="http://schemas.microsoft.com/office/powerpoint/2010/main" val="864600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0-week">
            <a:extLst xmlns:a="http://schemas.openxmlformats.org/drawingml/2006/main">
              <a:ext uri="{FF2B5EF4-FFF2-40B4-BE49-F238E27FC236}">
                <a16:creationId xmlns:a16="http://schemas.microsoft.com/office/drawing/2014/main" id="{B2D5C228-FA0B-44FE-838C-8BD1D7D9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10</a:t>
            </a:r>
          </a:p>
        </p:txBody>
      </p:sp>
      <p:sp>
        <p:nvSpPr>
          <p:cNvPr id="2" name="W04-S10-label">
            <a:extLst xmlns:a="http://schemas.openxmlformats.org/drawingml/2006/main">
              <a:ext uri="{FF2B5EF4-FFF2-40B4-BE49-F238E27FC236}">
                <a16:creationId xmlns:a16="http://schemas.microsoft.com/office/drawing/2014/main" id="{418F1598-F246-4E9E-AF30-4DC140F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활동 중 한 문장</a:t>
            </a:r>
          </a:p>
        </p:txBody>
      </p:sp>
      <p:sp>
        <p:nvSpPr>
          <p:cNvPr id="3" name="W04-S10-brand">
            <a:extLst xmlns:a="http://schemas.openxmlformats.org/drawingml/2006/main">
              <a:ext uri="{FF2B5EF4-FFF2-40B4-BE49-F238E27FC236}">
                <a16:creationId xmlns:a16="http://schemas.microsoft.com/office/drawing/2014/main" id="{F13EB889-CE60-4021-973B-D124F120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0-id">
            <a:extLst xmlns:a="http://schemas.openxmlformats.org/drawingml/2006/main">
              <a:ext uri="{FF2B5EF4-FFF2-40B4-BE49-F238E27FC236}">
                <a16:creationId xmlns:a16="http://schemas.microsoft.com/office/drawing/2014/main" id="{6963EC4B-4D24-4156-BDAB-09077517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W04-S10</a:t>
            </a:r>
          </a:p>
        </p:txBody>
      </p:sp>
      <p:sp>
        <p:nvSpPr>
          <p:cNvPr id="5" name="W04-S10-accent-top">
            <a:extLst xmlns:a="http://schemas.openxmlformats.org/drawingml/2006/main">
              <a:ext uri="{FF2B5EF4-FFF2-40B4-BE49-F238E27FC236}">
                <a16:creationId xmlns:a16="http://schemas.microsoft.com/office/drawing/2014/main" id="{54D2CF2B-DE9C-41EB-BEB8-646D28E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6" name="W04-S10-body">
            <a:extLst xmlns:a="http://schemas.openxmlformats.org/drawingml/2006/main">
              <a:ext uri="{FF2B5EF4-FFF2-40B4-BE49-F238E27FC236}">
                <a16:creationId xmlns:a16="http://schemas.microsoft.com/office/drawing/2014/main" id="{271EC680-9BCC-431C-846D-03F3C56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15335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대단한 미래보다 실제로 살고 싶은 하루를 그립니다.</a:t>
            </a:r>
          </a:p>
        </p:txBody>
      </p:sp>
      <p:sp>
        <p:nvSpPr>
          <p:cNvPr id="7" name="W04-S10-small">
            <a:extLst xmlns:a="http://schemas.openxmlformats.org/drawingml/2006/main">
              <a:ext uri="{FF2B5EF4-FFF2-40B4-BE49-F238E27FC236}">
                <a16:creationId xmlns:a16="http://schemas.microsoft.com/office/drawing/2014/main" id="{4B50643F-3781-4152-8B35-91A0E198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667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YOUR PACE IS PART OF THE WORK.</a:t>
            </a:r>
          </a:p>
        </p:txBody>
      </p:sp>
    </p:spTree>
    <p:extLst>
      <p:ext uri="{BB962C8B-B14F-4D97-AF65-F5344CB8AC3E}">
        <p14:creationId xmlns:p14="http://schemas.microsoft.com/office/powerpoint/2010/main" val="6627281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1-week">
            <a:extLst xmlns:a="http://schemas.openxmlformats.org/drawingml/2006/main">
              <a:ext uri="{FF2B5EF4-FFF2-40B4-BE49-F238E27FC236}">
                <a16:creationId xmlns:a16="http://schemas.microsoft.com/office/drawing/2014/main" id="{3BECE4ED-F2F6-4B87-869F-CD28273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  /  11</a:t>
            </a:r>
          </a:p>
        </p:txBody>
      </p:sp>
      <p:sp>
        <p:nvSpPr>
          <p:cNvPr id="2" name="W04-S11-label">
            <a:extLst xmlns:a="http://schemas.openxmlformats.org/drawingml/2006/main">
              <a:ext uri="{FF2B5EF4-FFF2-40B4-BE49-F238E27FC236}">
                <a16:creationId xmlns:a16="http://schemas.microsoft.com/office/drawing/2014/main" id="{E2B43685-8B20-4AE9-BB6A-98934E49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그림 활동</a:t>
            </a:r>
          </a:p>
        </p:txBody>
      </p:sp>
      <p:sp>
        <p:nvSpPr>
          <p:cNvPr id="3" name="W04-S11-brand">
            <a:extLst xmlns:a="http://schemas.openxmlformats.org/drawingml/2006/main">
              <a:ext uri="{FF2B5EF4-FFF2-40B4-BE49-F238E27FC236}">
                <a16:creationId xmlns:a16="http://schemas.microsoft.com/office/drawing/2014/main" id="{86A7B5F3-9D68-48EA-A1C6-96C0F2E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1-id">
            <a:extLst xmlns:a="http://schemas.openxmlformats.org/drawingml/2006/main">
              <a:ext uri="{FF2B5EF4-FFF2-40B4-BE49-F238E27FC236}">
                <a16:creationId xmlns:a16="http://schemas.microsoft.com/office/drawing/2014/main" id="{0603D39B-C0B1-448F-B022-4DF6E6E3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W04-S11</a:t>
            </a:r>
          </a:p>
        </p:txBody>
      </p:sp>
      <p:sp>
        <p:nvSpPr>
          <p:cNvPr id="5" name="W04-S11-number">
            <a:extLst xmlns:a="http://schemas.openxmlformats.org/drawingml/2006/main">
              <a:ext uri="{FF2B5EF4-FFF2-40B4-BE49-F238E27FC236}">
                <a16:creationId xmlns:a16="http://schemas.microsoft.com/office/drawing/2014/main" id="{17494298-030E-4E59-BBF9-4ABB9DE3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57250"/>
            <a:ext cx="8667750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W04-S11-min">
            <a:extLst xmlns:a="http://schemas.openxmlformats.org/drawingml/2006/main">
              <a:ext uri="{FF2B5EF4-FFF2-40B4-BE49-F238E27FC236}">
                <a16:creationId xmlns:a16="http://schemas.microsoft.com/office/drawing/2014/main" id="{B8A0FCD1-9935-424A-882B-85933839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MIN</a:t>
            </a:r>
          </a:p>
        </p:txBody>
      </p:sp>
      <p:sp>
        <p:nvSpPr>
          <p:cNvPr id="7" name="W04-S11-body">
            <a:extLst xmlns:a="http://schemas.openxmlformats.org/drawingml/2006/main">
              <a:ext uri="{FF2B5EF4-FFF2-40B4-BE49-F238E27FC236}">
                <a16:creationId xmlns:a16="http://schemas.microsoft.com/office/drawing/2014/main" id="{4FD56AA7-E030-486A-AA5D-21F0A279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619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 MIN / 그림을 시작합니다.</a:t>
            </a:r>
          </a:p>
        </p:txBody>
      </p:sp>
      <p:sp>
        <p:nvSpPr>
          <p:cNvPr id="8" name="W04-S11-timer-rule">
            <a:extLst xmlns:a="http://schemas.openxmlformats.org/drawingml/2006/main">
              <a:ext uri="{FF2B5EF4-FFF2-40B4-BE49-F238E27FC236}">
                <a16:creationId xmlns:a16="http://schemas.microsoft.com/office/drawing/2014/main" id="{D6A539F7-09CE-4E3A-BE8D-06906D3A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143750"/>
            <a:ext cx="542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338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2-week">
            <a:extLst xmlns:a="http://schemas.openxmlformats.org/drawingml/2006/main">
              <a:ext uri="{FF2B5EF4-FFF2-40B4-BE49-F238E27FC236}">
                <a16:creationId xmlns:a16="http://schemas.microsoft.com/office/drawing/2014/main" id="{4BA6355B-EC7D-4D68-B47F-EA21DDE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12</a:t>
            </a:r>
          </a:p>
        </p:txBody>
      </p:sp>
      <p:sp>
        <p:nvSpPr>
          <p:cNvPr id="2" name="W04-S12-label">
            <a:extLst xmlns:a="http://schemas.openxmlformats.org/drawingml/2006/main">
              <a:ext uri="{FF2B5EF4-FFF2-40B4-BE49-F238E27FC236}">
                <a16:creationId xmlns:a16="http://schemas.microsoft.com/office/drawing/2014/main" id="{12DBDEE0-3F00-4CF6-9A1F-A6C3ACB8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작품 바라보기</a:t>
            </a:r>
          </a:p>
        </p:txBody>
      </p:sp>
      <p:sp>
        <p:nvSpPr>
          <p:cNvPr id="3" name="W04-S12-brand">
            <a:extLst xmlns:a="http://schemas.openxmlformats.org/drawingml/2006/main">
              <a:ext uri="{FF2B5EF4-FFF2-40B4-BE49-F238E27FC236}">
                <a16:creationId xmlns:a16="http://schemas.microsoft.com/office/drawing/2014/main" id="{2F189448-DCED-4AAE-8C92-2232191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2-id">
            <a:extLst xmlns:a="http://schemas.openxmlformats.org/drawingml/2006/main">
              <a:ext uri="{FF2B5EF4-FFF2-40B4-BE49-F238E27FC236}">
                <a16:creationId xmlns:a16="http://schemas.microsoft.com/office/drawing/2014/main" id="{D9EEF999-E039-495A-9136-3A350E69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W04-S12</a:t>
            </a:r>
          </a:p>
        </p:txBody>
      </p:sp>
      <p:sp>
        <p:nvSpPr>
          <p:cNvPr id="5" name="W04-S12-observe">
            <a:extLst xmlns:a="http://schemas.openxmlformats.org/drawingml/2006/main">
              <a:ext uri="{FF2B5EF4-FFF2-40B4-BE49-F238E27FC236}">
                <a16:creationId xmlns:a16="http://schemas.microsoft.com/office/drawing/2014/main" id="{B9D34BC9-D5EF-41E1-9B23-0C4B81BD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00" b="1">
                <a:solidFill>
                  <a:srgbClr val="F4CE46">
                    <a:alpha val="6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8700" b="1">
                <a:solidFill>
                  <a:srgbClr val="F4CE46">
                    <a:alpha val="60000"/>
                  </a:srgbClr>
                </a:solidFill>
                <a:latin typeface="Noto Sans KR"/>
                <a:ea typeface="Noto Sans KR"/>
                <a:cs typeface="Noto Sans KR"/>
              </a:rPr>
              <a:t>LOOK AGAIN</a:t>
            </a:r>
          </a:p>
        </p:txBody>
      </p:sp>
      <p:sp>
        <p:nvSpPr>
          <p:cNvPr id="6" name="W04-S12-body">
            <a:extLst xmlns:a="http://schemas.openxmlformats.org/drawingml/2006/main">
              <a:ext uri="{FF2B5EF4-FFF2-40B4-BE49-F238E27FC236}">
                <a16:creationId xmlns:a16="http://schemas.microsoft.com/office/drawing/2014/main" id="{FE27DCCE-DDCE-44AF-9475-8F9B48A5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1304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그림을 바꾸기 전에 먼저 그대로 바라봅니다.</a:t>
            </a:r>
          </a:p>
        </p:txBody>
      </p:sp>
      <p:sp>
        <p:nvSpPr>
          <p:cNvPr id="7" name="W04-S12-tlh">
            <a:extLst xmlns:a="http://schemas.openxmlformats.org/drawingml/2006/main">
              <a:ext uri="{FF2B5EF4-FFF2-40B4-BE49-F238E27FC236}">
                <a16:creationId xmlns:a16="http://schemas.microsoft.com/office/drawing/2014/main" id="{28B3F692-E04A-4D1B-96DB-FC94D676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8" name="W04-S12-tlv">
            <a:extLst xmlns:a="http://schemas.openxmlformats.org/drawingml/2006/main">
              <a:ext uri="{FF2B5EF4-FFF2-40B4-BE49-F238E27FC236}">
                <a16:creationId xmlns:a16="http://schemas.microsoft.com/office/drawing/2014/main" id="{2AC3F029-9A9B-4AB1-85B3-CCB45344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9" name="W04-S12-trh">
            <a:extLst xmlns:a="http://schemas.openxmlformats.org/drawingml/2006/main">
              <a:ext uri="{FF2B5EF4-FFF2-40B4-BE49-F238E27FC236}">
                <a16:creationId xmlns:a16="http://schemas.microsoft.com/office/drawing/2014/main" id="{D89A4124-94A7-453A-B889-CF658C2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10" name="W04-S12-trv">
            <a:extLst xmlns:a="http://schemas.openxmlformats.org/drawingml/2006/main">
              <a:ext uri="{FF2B5EF4-FFF2-40B4-BE49-F238E27FC236}">
                <a16:creationId xmlns:a16="http://schemas.microsoft.com/office/drawing/2014/main" id="{79385C7B-6530-4D1F-859E-B711842D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11" name="W04-S12-blh">
            <a:extLst xmlns:a="http://schemas.openxmlformats.org/drawingml/2006/main">
              <a:ext uri="{FF2B5EF4-FFF2-40B4-BE49-F238E27FC236}">
                <a16:creationId xmlns:a16="http://schemas.microsoft.com/office/drawing/2014/main" id="{46B28635-C472-473A-BD64-C6EFF96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12" name="W04-S12-blv">
            <a:extLst xmlns:a="http://schemas.openxmlformats.org/drawingml/2006/main">
              <a:ext uri="{FF2B5EF4-FFF2-40B4-BE49-F238E27FC236}">
                <a16:creationId xmlns:a16="http://schemas.microsoft.com/office/drawing/2014/main" id="{FB4E852B-5C60-43FF-BAFB-4E112C6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13" name="W04-S12-brh">
            <a:extLst xmlns:a="http://schemas.openxmlformats.org/drawingml/2006/main">
              <a:ext uri="{FF2B5EF4-FFF2-40B4-BE49-F238E27FC236}">
                <a16:creationId xmlns:a16="http://schemas.microsoft.com/office/drawing/2014/main" id="{52306616-CAE1-4797-A369-2DF9D935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14" name="W04-S12-brv">
            <a:extLst xmlns:a="http://schemas.openxmlformats.org/drawingml/2006/main">
              <a:ext uri="{FF2B5EF4-FFF2-40B4-BE49-F238E27FC236}">
                <a16:creationId xmlns:a16="http://schemas.microsoft.com/office/drawing/2014/main" id="{25550321-6136-4FDA-AF83-D94F3E36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189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3-week">
            <a:extLst xmlns:a="http://schemas.openxmlformats.org/drawingml/2006/main">
              <a:ext uri="{FF2B5EF4-FFF2-40B4-BE49-F238E27FC236}">
                <a16:creationId xmlns:a16="http://schemas.microsoft.com/office/drawing/2014/main" id="{38FA66A3-BA30-4755-9853-D9AB0396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13</a:t>
            </a:r>
          </a:p>
        </p:txBody>
      </p:sp>
      <p:sp>
        <p:nvSpPr>
          <p:cNvPr id="2" name="W04-S13-label">
            <a:extLst xmlns:a="http://schemas.openxmlformats.org/drawingml/2006/main">
              <a:ext uri="{FF2B5EF4-FFF2-40B4-BE49-F238E27FC236}">
                <a16:creationId xmlns:a16="http://schemas.microsoft.com/office/drawing/2014/main" id="{3B763902-AE45-4E00-B5BB-243B1FD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관찰 질문</a:t>
            </a:r>
          </a:p>
        </p:txBody>
      </p:sp>
      <p:sp>
        <p:nvSpPr>
          <p:cNvPr id="3" name="W04-S13-brand">
            <a:extLst xmlns:a="http://schemas.openxmlformats.org/drawingml/2006/main">
              <a:ext uri="{FF2B5EF4-FFF2-40B4-BE49-F238E27FC236}">
                <a16:creationId xmlns:a16="http://schemas.microsoft.com/office/drawing/2014/main" id="{6C8B92D5-9A53-4E0E-B059-4A1F29BA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3-id">
            <a:extLst xmlns:a="http://schemas.openxmlformats.org/drawingml/2006/main">
              <a:ext uri="{FF2B5EF4-FFF2-40B4-BE49-F238E27FC236}">
                <a16:creationId xmlns:a16="http://schemas.microsoft.com/office/drawing/2014/main" id="{E8BD98B1-C7AD-488B-8D1B-4DCD803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W04-S13</a:t>
            </a:r>
          </a:p>
        </p:txBody>
      </p:sp>
      <p:sp>
        <p:nvSpPr>
          <p:cNvPr id="5" name="W04-S13-q">
            <a:extLst xmlns:a="http://schemas.openxmlformats.org/drawingml/2006/main">
              <a:ext uri="{FF2B5EF4-FFF2-40B4-BE49-F238E27FC236}">
                <a16:creationId xmlns:a16="http://schemas.microsoft.com/office/drawing/2014/main" id="{515BAD78-9EE1-404C-A205-19656792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4-S13-body">
            <a:extLst xmlns:a="http://schemas.openxmlformats.org/drawingml/2006/main">
              <a:ext uri="{FF2B5EF4-FFF2-40B4-BE49-F238E27FC236}">
                <a16:creationId xmlns:a16="http://schemas.microsoft.com/office/drawing/2014/main" id="{28CE13A2-9877-44CC-916F-0D36BAC7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 장면의 시간, 속도, 몸의 감각은 어떠한가요?</a:t>
            </a:r>
          </a:p>
        </p:txBody>
      </p:sp>
      <p:sp>
        <p:nvSpPr>
          <p:cNvPr id="7" name="W04-S13-under">
            <a:extLst xmlns:a="http://schemas.openxmlformats.org/drawingml/2006/main">
              <a:ext uri="{FF2B5EF4-FFF2-40B4-BE49-F238E27FC236}">
                <a16:creationId xmlns:a16="http://schemas.microsoft.com/office/drawing/2014/main" id="{24E78366-F5EA-4C5F-9240-6C7E267D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8" name="W04-S13-cue">
            <a:extLst xmlns:a="http://schemas.openxmlformats.org/drawingml/2006/main">
              <a:ext uri="{FF2B5EF4-FFF2-40B4-BE49-F238E27FC236}">
                <a16:creationId xmlns:a16="http://schemas.microsoft.com/office/drawing/2014/main" id="{6FFD614A-29BC-4850-BFDD-EED322A9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184010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4-week">
            <a:extLst xmlns:a="http://schemas.openxmlformats.org/drawingml/2006/main">
              <a:ext uri="{FF2B5EF4-FFF2-40B4-BE49-F238E27FC236}">
                <a16:creationId xmlns:a16="http://schemas.microsoft.com/office/drawing/2014/main" id="{AB92ED3F-17D8-4AF7-B18A-EE71576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14</a:t>
            </a:r>
          </a:p>
        </p:txBody>
      </p:sp>
      <p:sp>
        <p:nvSpPr>
          <p:cNvPr id="2" name="W04-S14-label">
            <a:extLst xmlns:a="http://schemas.openxmlformats.org/drawingml/2006/main">
              <a:ext uri="{FF2B5EF4-FFF2-40B4-BE49-F238E27FC236}">
                <a16:creationId xmlns:a16="http://schemas.microsoft.com/office/drawing/2014/main" id="{7DF4DFEA-2383-41BE-BFC0-403A118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주인공 발화</a:t>
            </a:r>
          </a:p>
        </p:txBody>
      </p:sp>
      <p:sp>
        <p:nvSpPr>
          <p:cNvPr id="3" name="W04-S14-brand">
            <a:extLst xmlns:a="http://schemas.openxmlformats.org/drawingml/2006/main">
              <a:ext uri="{FF2B5EF4-FFF2-40B4-BE49-F238E27FC236}">
                <a16:creationId xmlns:a16="http://schemas.microsoft.com/office/drawing/2014/main" id="{DF7A103D-3C5B-4F83-A915-84A65F8F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4-id">
            <a:extLst xmlns:a="http://schemas.openxmlformats.org/drawingml/2006/main">
              <a:ext uri="{FF2B5EF4-FFF2-40B4-BE49-F238E27FC236}">
                <a16:creationId xmlns:a16="http://schemas.microsoft.com/office/drawing/2014/main" id="{DBEEABF4-5BD5-4D2C-AA99-75E2BBC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W04-S14</a:t>
            </a:r>
          </a:p>
        </p:txBody>
      </p:sp>
      <p:sp>
        <p:nvSpPr>
          <p:cNvPr id="5" name="W04-S14-q">
            <a:extLst xmlns:a="http://schemas.openxmlformats.org/drawingml/2006/main">
              <a:ext uri="{FF2B5EF4-FFF2-40B4-BE49-F238E27FC236}">
                <a16:creationId xmlns:a16="http://schemas.microsoft.com/office/drawing/2014/main" id="{A36D74BC-6747-4273-B8FD-0065349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17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6" name="W04-S14-body">
            <a:extLst xmlns:a="http://schemas.openxmlformats.org/drawingml/2006/main">
              <a:ext uri="{FF2B5EF4-FFF2-40B4-BE49-F238E27FC236}">
                <a16:creationId xmlns:a16="http://schemas.microsoft.com/office/drawing/2014/main" id="{96603D43-2977-4A90-B9E6-625F0F83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미래의 내가 지금의 나에게 한 문장을 말한다면?</a:t>
            </a:r>
          </a:p>
        </p:txBody>
      </p:sp>
      <p:sp>
        <p:nvSpPr>
          <p:cNvPr id="7" name="W04-S14-under">
            <a:extLst xmlns:a="http://schemas.openxmlformats.org/drawingml/2006/main">
              <a:ext uri="{FF2B5EF4-FFF2-40B4-BE49-F238E27FC236}">
                <a16:creationId xmlns:a16="http://schemas.microsoft.com/office/drawing/2014/main" id="{17A885DE-9D0D-4C9F-B43A-CC237720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8" name="W04-S14-cue">
            <a:extLst xmlns:a="http://schemas.openxmlformats.org/drawingml/2006/main">
              <a:ext uri="{FF2B5EF4-FFF2-40B4-BE49-F238E27FC236}">
                <a16:creationId xmlns:a16="http://schemas.microsoft.com/office/drawing/2014/main" id="{55F94EF6-73D2-46C8-A8AE-422E11BE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 문장으로 들려주세요.</a:t>
            </a:r>
          </a:p>
        </p:txBody>
      </p:sp>
    </p:spTree>
    <p:extLst>
      <p:ext uri="{BB962C8B-B14F-4D97-AF65-F5344CB8AC3E}">
        <p14:creationId xmlns:p14="http://schemas.microsoft.com/office/powerpoint/2010/main" val="8234361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5-week">
            <a:extLst xmlns:a="http://schemas.openxmlformats.org/drawingml/2006/main">
              <a:ext uri="{FF2B5EF4-FFF2-40B4-BE49-F238E27FC236}">
                <a16:creationId xmlns:a16="http://schemas.microsoft.com/office/drawing/2014/main" id="{26B416B8-828A-4CCB-889F-A256FC3A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15</a:t>
            </a:r>
          </a:p>
        </p:txBody>
      </p:sp>
      <p:sp>
        <p:nvSpPr>
          <p:cNvPr id="2" name="W04-S15-label">
            <a:extLst xmlns:a="http://schemas.openxmlformats.org/drawingml/2006/main">
              <a:ext uri="{FF2B5EF4-FFF2-40B4-BE49-F238E27FC236}">
                <a16:creationId xmlns:a16="http://schemas.microsoft.com/office/drawing/2014/main" id="{18DD469E-9431-48BB-8E85-9FC50C6B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관계·갈등 탐색</a:t>
            </a:r>
          </a:p>
        </p:txBody>
      </p:sp>
      <p:sp>
        <p:nvSpPr>
          <p:cNvPr id="3" name="W04-S15-brand">
            <a:extLst xmlns:a="http://schemas.openxmlformats.org/drawingml/2006/main">
              <a:ext uri="{FF2B5EF4-FFF2-40B4-BE49-F238E27FC236}">
                <a16:creationId xmlns:a16="http://schemas.microsoft.com/office/drawing/2014/main" id="{86F67AE9-C862-40D7-998C-11E96812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5-id">
            <a:extLst xmlns:a="http://schemas.openxmlformats.org/drawingml/2006/main">
              <a:ext uri="{FF2B5EF4-FFF2-40B4-BE49-F238E27FC236}">
                <a16:creationId xmlns:a16="http://schemas.microsoft.com/office/drawing/2014/main" id="{39B1161D-3924-445B-9259-465727A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W04-S15</a:t>
            </a:r>
          </a:p>
        </p:txBody>
      </p:sp>
      <p:sp>
        <p:nvSpPr>
          <p:cNvPr id="5" name="W04-S15-tension">
            <a:extLst xmlns:a="http://schemas.openxmlformats.org/drawingml/2006/main">
              <a:ext uri="{FF2B5EF4-FFF2-40B4-BE49-F238E27FC236}">
                <a16:creationId xmlns:a16="http://schemas.microsoft.com/office/drawing/2014/main" id="{E3EF6FEA-842F-404B-AC37-45D0FCEC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7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TENSION / NEED</a:t>
            </a:r>
          </a:p>
        </p:txBody>
      </p:sp>
      <p:sp>
        <p:nvSpPr>
          <p:cNvPr id="6" name="W04-S15-axis-h">
            <a:extLst xmlns:a="http://schemas.openxmlformats.org/drawingml/2006/main">
              <a:ext uri="{FF2B5EF4-FFF2-40B4-BE49-F238E27FC236}">
                <a16:creationId xmlns:a16="http://schemas.microsoft.com/office/drawing/2014/main" id="{2E5FE60C-2BE0-4B74-8C30-C4379E07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1428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4-S15-axis-v">
            <a:extLst xmlns:a="http://schemas.openxmlformats.org/drawingml/2006/main">
              <a:ext uri="{FF2B5EF4-FFF2-40B4-BE49-F238E27FC236}">
                <a16:creationId xmlns:a16="http://schemas.microsoft.com/office/drawing/2014/main" id="{F8DDA436-ED17-4AF5-A49F-F450CFC3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85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4-S15-axis-dot">
            <a:extLst xmlns:a="http://schemas.openxmlformats.org/drawingml/2006/main">
              <a:ext uri="{FF2B5EF4-FFF2-40B4-BE49-F238E27FC236}">
                <a16:creationId xmlns:a16="http://schemas.microsoft.com/office/drawing/2014/main" id="{1E3171B7-86EC-4263-AE0C-2A8D071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86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9" name="W04-S15-body">
            <a:extLst xmlns:a="http://schemas.openxmlformats.org/drawingml/2006/main">
              <a:ext uri="{FF2B5EF4-FFF2-40B4-BE49-F238E27FC236}">
                <a16:creationId xmlns:a16="http://schemas.microsoft.com/office/drawing/2014/main" id="{68B99EE4-D145-43DF-B9B5-B1E29C82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1428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표면적으로 원하는 목표 아래에는 어떤 욕구가 있나요?</a:t>
            </a:r>
          </a:p>
        </p:txBody>
      </p:sp>
      <p:sp>
        <p:nvSpPr>
          <p:cNvPr id="10" name="W04-S15-axis-left">
            <a:extLst xmlns:a="http://schemas.openxmlformats.org/drawingml/2006/main">
              <a:ext uri="{FF2B5EF4-FFF2-40B4-BE49-F238E27FC236}">
                <a16:creationId xmlns:a16="http://schemas.microsoft.com/office/drawing/2014/main" id="{C24B375A-0676-4605-9C71-0CD2E972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지켜준 것</a:t>
            </a:r>
          </a:p>
        </p:txBody>
      </p:sp>
      <p:sp>
        <p:nvSpPr>
          <p:cNvPr id="11" name="W04-S15-axis-right">
            <a:extLst xmlns:a="http://schemas.openxmlformats.org/drawingml/2006/main">
              <a:ext uri="{FF2B5EF4-FFF2-40B4-BE49-F238E27FC236}">
                <a16:creationId xmlns:a16="http://schemas.microsoft.com/office/drawing/2014/main" id="{37989E70-41A0-49ED-B75E-27A4DEC6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지금 필요한 것</a:t>
            </a:r>
          </a:p>
        </p:txBody>
      </p:sp>
    </p:spTree>
    <p:extLst>
      <p:ext uri="{BB962C8B-B14F-4D97-AF65-F5344CB8AC3E}">
        <p14:creationId xmlns:p14="http://schemas.microsoft.com/office/powerpoint/2010/main" val="13780016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6-week">
            <a:extLst xmlns:a="http://schemas.openxmlformats.org/drawingml/2006/main">
              <a:ext uri="{FF2B5EF4-FFF2-40B4-BE49-F238E27FC236}">
                <a16:creationId xmlns:a16="http://schemas.microsoft.com/office/drawing/2014/main" id="{AE27D4C7-689A-4659-8F75-546ED8D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  /  16</a:t>
            </a:r>
          </a:p>
        </p:txBody>
      </p:sp>
      <p:sp>
        <p:nvSpPr>
          <p:cNvPr id="2" name="W04-S16-label">
            <a:extLst xmlns:a="http://schemas.openxmlformats.org/drawingml/2006/main">
              <a:ext uri="{FF2B5EF4-FFF2-40B4-BE49-F238E27FC236}">
                <a16:creationId xmlns:a16="http://schemas.microsoft.com/office/drawing/2014/main" id="{A36916F9-C9F9-4153-A13A-3B0DCF40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소그룹 나눔</a:t>
            </a:r>
          </a:p>
        </p:txBody>
      </p:sp>
      <p:sp>
        <p:nvSpPr>
          <p:cNvPr id="3" name="W04-S16-brand">
            <a:extLst xmlns:a="http://schemas.openxmlformats.org/drawingml/2006/main">
              <a:ext uri="{FF2B5EF4-FFF2-40B4-BE49-F238E27FC236}">
                <a16:creationId xmlns:a16="http://schemas.microsoft.com/office/drawing/2014/main" id="{0047164C-4D51-435E-839E-9A4E472C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6-id">
            <a:extLst xmlns:a="http://schemas.openxmlformats.org/drawingml/2006/main">
              <a:ext uri="{FF2B5EF4-FFF2-40B4-BE49-F238E27FC236}">
                <a16:creationId xmlns:a16="http://schemas.microsoft.com/office/drawing/2014/main" id="{521B626B-4C1C-4A47-A3DD-2FEECE28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W04-S16</a:t>
            </a:r>
          </a:p>
        </p:txBody>
      </p:sp>
      <p:sp>
        <p:nvSpPr>
          <p:cNvPr id="5" name="W04-S16-share">
            <a:extLst xmlns:a="http://schemas.openxmlformats.org/drawingml/2006/main">
              <a:ext uri="{FF2B5EF4-FFF2-40B4-BE49-F238E27FC236}">
                <a16:creationId xmlns:a16="http://schemas.microsoft.com/office/drawing/2014/main" id="{E7417871-F412-4307-B5D1-AA881D1F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1257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0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810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SHARE / REFLECT</a:t>
            </a:r>
          </a:p>
        </p:txBody>
      </p:sp>
      <p:sp>
        <p:nvSpPr>
          <p:cNvPr id="6" name="W04-S16-body">
            <a:extLst xmlns:a="http://schemas.openxmlformats.org/drawingml/2006/main">
              <a:ext uri="{FF2B5EF4-FFF2-40B4-BE49-F238E27FC236}">
                <a16:creationId xmlns:a16="http://schemas.microsoft.com/office/drawing/2014/main" id="{114F97C3-E8A2-4181-B426-E2EF1BB4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71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2인 나눔 / 성취보다 장면 속 감각을 중심으로 말합니다.</a:t>
            </a:r>
          </a:p>
        </p:txBody>
      </p:sp>
      <p:sp>
        <p:nvSpPr>
          <p:cNvPr id="7" name="W04-S16-share-n-0">
            <a:extLst xmlns:a="http://schemas.openxmlformats.org/drawingml/2006/main">
              <a:ext uri="{FF2B5EF4-FFF2-40B4-BE49-F238E27FC236}">
                <a16:creationId xmlns:a16="http://schemas.microsoft.com/office/drawing/2014/main" id="{C37DDA1B-0903-4C38-829E-DA889BE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W04-S16-share-rule-0">
            <a:extLst xmlns:a="http://schemas.openxmlformats.org/drawingml/2006/main">
              <a:ext uri="{FF2B5EF4-FFF2-40B4-BE49-F238E27FC236}">
                <a16:creationId xmlns:a16="http://schemas.microsoft.com/office/drawing/2014/main" id="{C305106D-6ABF-45D1-903A-34728312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W04-S16-share-text-0">
            <a:extLst xmlns:a="http://schemas.openxmlformats.org/drawingml/2006/main">
              <a:ext uri="{FF2B5EF4-FFF2-40B4-BE49-F238E27FC236}">
                <a16:creationId xmlns:a16="http://schemas.microsoft.com/office/drawing/2014/main" id="{B1829F9F-ACCF-4682-8E18-9AFC4A9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설명보다 경험</a:t>
            </a:r>
          </a:p>
        </p:txBody>
      </p:sp>
      <p:sp>
        <p:nvSpPr>
          <p:cNvPr id="10" name="W04-S16-share-n-1">
            <a:extLst xmlns:a="http://schemas.openxmlformats.org/drawingml/2006/main">
              <a:ext uri="{FF2B5EF4-FFF2-40B4-BE49-F238E27FC236}">
                <a16:creationId xmlns:a16="http://schemas.microsoft.com/office/drawing/2014/main" id="{D5D75CC1-9D73-4BBF-81D5-38D890BA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W04-S16-share-rule-1">
            <a:extLst xmlns:a="http://schemas.openxmlformats.org/drawingml/2006/main">
              <a:ext uri="{FF2B5EF4-FFF2-40B4-BE49-F238E27FC236}">
                <a16:creationId xmlns:a16="http://schemas.microsoft.com/office/drawing/2014/main" id="{49227279-C303-4E13-86A9-7172F58A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W04-S16-share-text-1">
            <a:extLst xmlns:a="http://schemas.openxmlformats.org/drawingml/2006/main">
              <a:ext uri="{FF2B5EF4-FFF2-40B4-BE49-F238E27FC236}">
                <a16:creationId xmlns:a16="http://schemas.microsoft.com/office/drawing/2014/main" id="{CC7073E3-6C7B-4F30-8705-14C830A6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조언 없이 듣기</a:t>
            </a:r>
          </a:p>
        </p:txBody>
      </p:sp>
      <p:sp>
        <p:nvSpPr>
          <p:cNvPr id="13" name="W04-S16-share-n-2">
            <a:extLst xmlns:a="http://schemas.openxmlformats.org/drawingml/2006/main">
              <a:ext uri="{FF2B5EF4-FFF2-40B4-BE49-F238E27FC236}">
                <a16:creationId xmlns:a16="http://schemas.microsoft.com/office/drawing/2014/main" id="{7A940B3A-517E-440E-8103-0B01021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W04-S16-share-rule-2">
            <a:extLst xmlns:a="http://schemas.openxmlformats.org/drawingml/2006/main">
              <a:ext uri="{FF2B5EF4-FFF2-40B4-BE49-F238E27FC236}">
                <a16:creationId xmlns:a16="http://schemas.microsoft.com/office/drawing/2014/main" id="{E77BDC5D-1ACC-405B-B14D-2981FA57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W04-S16-share-text-2">
            <a:extLst xmlns:a="http://schemas.openxmlformats.org/drawingml/2006/main">
              <a:ext uri="{FF2B5EF4-FFF2-40B4-BE49-F238E27FC236}">
                <a16:creationId xmlns:a16="http://schemas.microsoft.com/office/drawing/2014/main" id="{D362978C-47E8-47A7-A7EF-3F6009C5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“제가 들은 핵심은…”</a:t>
            </a:r>
          </a:p>
        </p:txBody>
      </p:sp>
    </p:spTree>
    <p:extLst>
      <p:ext uri="{BB962C8B-B14F-4D97-AF65-F5344CB8AC3E}">
        <p14:creationId xmlns:p14="http://schemas.microsoft.com/office/powerpoint/2010/main" val="6593931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7-week">
            <a:extLst xmlns:a="http://schemas.openxmlformats.org/drawingml/2006/main">
              <a:ext uri="{FF2B5EF4-FFF2-40B4-BE49-F238E27FC236}">
                <a16:creationId xmlns:a16="http://schemas.microsoft.com/office/drawing/2014/main" id="{1B83F665-9BA4-4E1F-9CC8-85DCFB8C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17</a:t>
            </a:r>
          </a:p>
        </p:txBody>
      </p:sp>
      <p:sp>
        <p:nvSpPr>
          <p:cNvPr id="2" name="W04-S17-label">
            <a:extLst xmlns:a="http://schemas.openxmlformats.org/drawingml/2006/main">
              <a:ext uri="{FF2B5EF4-FFF2-40B4-BE49-F238E27FC236}">
                <a16:creationId xmlns:a16="http://schemas.microsoft.com/office/drawing/2014/main" id="{A44A21F6-847C-4E59-A6D3-0217D898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전체 나눔</a:t>
            </a:r>
          </a:p>
        </p:txBody>
      </p:sp>
      <p:sp>
        <p:nvSpPr>
          <p:cNvPr id="3" name="W04-S17-brand">
            <a:extLst xmlns:a="http://schemas.openxmlformats.org/drawingml/2006/main">
              <a:ext uri="{FF2B5EF4-FFF2-40B4-BE49-F238E27FC236}">
                <a16:creationId xmlns:a16="http://schemas.microsoft.com/office/drawing/2014/main" id="{0C478548-A032-4ED6-942C-F3B04AF4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7-id">
            <a:extLst xmlns:a="http://schemas.openxmlformats.org/drawingml/2006/main">
              <a:ext uri="{FF2B5EF4-FFF2-40B4-BE49-F238E27FC236}">
                <a16:creationId xmlns:a16="http://schemas.microsoft.com/office/drawing/2014/main" id="{44E7E18D-DA66-472A-9C35-49881872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W04-S17</a:t>
            </a:r>
          </a:p>
        </p:txBody>
      </p:sp>
      <p:sp>
        <p:nvSpPr>
          <p:cNvPr id="5" name="W04-S17-big-circle">
            <a:extLst xmlns:a="http://schemas.openxmlformats.org/drawingml/2006/main">
              <a:ext uri="{FF2B5EF4-FFF2-40B4-BE49-F238E27FC236}">
                <a16:creationId xmlns:a16="http://schemas.microsoft.com/office/drawing/2014/main" id="{8C3D5A1D-D6D6-41AC-B7EE-E2A621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5619750" cy="561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4CE46"/>
            </a:solidFill>
            <a:prstDash val="solid"/>
          </a:ln>
        </p:spPr>
      </p:sp>
      <p:sp>
        <p:nvSpPr>
          <p:cNvPr id="6" name="W04-S17-small-circle">
            <a:extLst xmlns:a="http://schemas.openxmlformats.org/drawingml/2006/main">
              <a:ext uri="{FF2B5EF4-FFF2-40B4-BE49-F238E27FC236}">
                <a16:creationId xmlns:a16="http://schemas.microsoft.com/office/drawing/2014/main" id="{98ED1247-EA53-484D-B015-CF1B1099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7" name="W04-S17-body">
            <a:extLst xmlns:a="http://schemas.openxmlformats.org/drawingml/2006/main">
              <a:ext uri="{FF2B5EF4-FFF2-40B4-BE49-F238E27FC236}">
                <a16:creationId xmlns:a16="http://schemas.microsoft.com/office/drawing/2014/main" id="{9E32D9B3-7734-4D53-B73E-5331095D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7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 미래가 나에게 허락하는 것을 말합니다.</a:t>
            </a:r>
          </a:p>
        </p:txBody>
      </p:sp>
      <p:sp>
        <p:nvSpPr>
          <p:cNvPr id="8" name="W04-S17-cue">
            <a:extLst xmlns:a="http://schemas.openxmlformats.org/drawingml/2006/main">
              <a:ext uri="{FF2B5EF4-FFF2-40B4-BE49-F238E27FC236}">
                <a16:creationId xmlns:a16="http://schemas.microsoft.com/office/drawing/2014/main" id="{1D9D1F82-1A93-4B4B-AC98-368148A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667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말하고 싶은 만큼만, 자신의 문장으로.</a:t>
            </a:r>
          </a:p>
        </p:txBody>
      </p:sp>
    </p:spTree>
    <p:extLst>
      <p:ext uri="{BB962C8B-B14F-4D97-AF65-F5344CB8AC3E}">
        <p14:creationId xmlns:p14="http://schemas.microsoft.com/office/powerpoint/2010/main" val="19568217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8-week">
            <a:extLst xmlns:a="http://schemas.openxmlformats.org/drawingml/2006/main">
              <a:ext uri="{FF2B5EF4-FFF2-40B4-BE49-F238E27FC236}">
                <a16:creationId xmlns:a16="http://schemas.microsoft.com/office/drawing/2014/main" id="{25925AB7-09B9-4862-A212-CC23ECD9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  /  18</a:t>
            </a:r>
          </a:p>
        </p:txBody>
      </p:sp>
      <p:sp>
        <p:nvSpPr>
          <p:cNvPr id="2" name="W04-S18-label">
            <a:extLst xmlns:a="http://schemas.openxmlformats.org/drawingml/2006/main">
              <a:ext uri="{FF2B5EF4-FFF2-40B4-BE49-F238E27FC236}">
                <a16:creationId xmlns:a16="http://schemas.microsoft.com/office/drawing/2014/main" id="{D6145967-D53E-49F0-B025-09DD045C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삶의 연결</a:t>
            </a:r>
          </a:p>
        </p:txBody>
      </p:sp>
      <p:sp>
        <p:nvSpPr>
          <p:cNvPr id="3" name="W04-S18-brand">
            <a:extLst xmlns:a="http://schemas.openxmlformats.org/drawingml/2006/main">
              <a:ext uri="{FF2B5EF4-FFF2-40B4-BE49-F238E27FC236}">
                <a16:creationId xmlns:a16="http://schemas.microsoft.com/office/drawing/2014/main" id="{380A6EF1-3DBF-4479-A693-172D343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8-id">
            <a:extLst xmlns:a="http://schemas.openxmlformats.org/drawingml/2006/main">
              <a:ext uri="{FF2B5EF4-FFF2-40B4-BE49-F238E27FC236}">
                <a16:creationId xmlns:a16="http://schemas.microsoft.com/office/drawing/2014/main" id="{51C90EA4-1A6F-4EB0-AEBC-E1A51BA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W04-S18</a:t>
            </a:r>
          </a:p>
        </p:txBody>
      </p:sp>
      <p:sp>
        <p:nvSpPr>
          <p:cNvPr id="5" name="W04-S18-action">
            <a:extLst xmlns:a="http://schemas.openxmlformats.org/drawingml/2006/main">
              <a:ext uri="{FF2B5EF4-FFF2-40B4-BE49-F238E27FC236}">
                <a16:creationId xmlns:a16="http://schemas.microsoft.com/office/drawing/2014/main" id="{CBA726AD-D005-4D71-BF84-BD3EDCFF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defRPr>
            </a:pPr>
            <a:r>
              <a:rPr sz="7650" b="1">
                <a:solidFill>
                  <a:srgbClr val="F4CE46"/>
                </a:solidFill>
                <a:latin typeface="Noto Sans KR"/>
                <a:ea typeface="Noto Sans KR"/>
                <a:cs typeface="Noto Sans KR"/>
              </a:rPr>
              <a:t>NEXT / SMALL</a:t>
            </a:r>
          </a:p>
        </p:txBody>
      </p:sp>
      <p:sp>
        <p:nvSpPr>
          <p:cNvPr id="6" name="W04-S18-body">
            <a:extLst xmlns:a="http://schemas.openxmlformats.org/drawingml/2006/main">
              <a:ext uri="{FF2B5EF4-FFF2-40B4-BE49-F238E27FC236}">
                <a16:creationId xmlns:a16="http://schemas.microsoft.com/office/drawing/2014/main" id="{32D28544-79C9-40D6-8646-08718508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533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미래 장면의 요소 하나를 지금 10분 동안 경험해 봅니다.</a:t>
            </a:r>
          </a:p>
        </p:txBody>
      </p:sp>
      <p:sp>
        <p:nvSpPr>
          <p:cNvPr id="7" name="W04-S18-action-rule">
            <a:extLst xmlns:a="http://schemas.openxmlformats.org/drawingml/2006/main">
              <a:ext uri="{FF2B5EF4-FFF2-40B4-BE49-F238E27FC236}">
                <a16:creationId xmlns:a16="http://schemas.microsoft.com/office/drawing/2014/main" id="{EE3EE07C-8E42-4A77-8C08-5C9F1B5F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1533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4-S18-action-cue">
            <a:extLst xmlns:a="http://schemas.openxmlformats.org/drawingml/2006/main">
              <a:ext uri="{FF2B5EF4-FFF2-40B4-BE49-F238E27FC236}">
                <a16:creationId xmlns:a16="http://schemas.microsoft.com/office/drawing/2014/main" id="{F1C09983-BACB-4108-BF65-B4858A9F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162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작게 시작하고 · 확인하고 · 다시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264215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4-S19-week">
            <a:extLst xmlns:a="http://schemas.openxmlformats.org/drawingml/2006/main">
              <a:ext uri="{FF2B5EF4-FFF2-40B4-BE49-F238E27FC236}">
                <a16:creationId xmlns:a16="http://schemas.microsoft.com/office/drawing/2014/main" id="{615472CA-6B69-4CC9-B6DF-0279B9F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  /  19</a:t>
            </a:r>
          </a:p>
        </p:txBody>
      </p:sp>
      <p:sp>
        <p:nvSpPr>
          <p:cNvPr id="2" name="W04-S19-label">
            <a:extLst xmlns:a="http://schemas.openxmlformats.org/drawingml/2006/main">
              <a:ext uri="{FF2B5EF4-FFF2-40B4-BE49-F238E27FC236}">
                <a16:creationId xmlns:a16="http://schemas.microsoft.com/office/drawing/2014/main" id="{64166CCF-0F16-4A1D-B3EB-D01C301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마무리 문장</a:t>
            </a:r>
          </a:p>
        </p:txBody>
      </p:sp>
      <p:sp>
        <p:nvSpPr>
          <p:cNvPr id="3" name="W04-S19-brand">
            <a:extLst xmlns:a="http://schemas.openxmlformats.org/drawingml/2006/main">
              <a:ext uri="{FF2B5EF4-FFF2-40B4-BE49-F238E27FC236}">
                <a16:creationId xmlns:a16="http://schemas.microsoft.com/office/drawing/2014/main" id="{826E1A62-0252-405E-8408-E9ECFF0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4-S19-id">
            <a:extLst xmlns:a="http://schemas.openxmlformats.org/drawingml/2006/main">
              <a:ext uri="{FF2B5EF4-FFF2-40B4-BE49-F238E27FC236}">
                <a16:creationId xmlns:a16="http://schemas.microsoft.com/office/drawing/2014/main" id="{C65925E7-9DF7-4874-9205-8C4247EE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W04-S19</a:t>
            </a:r>
          </a:p>
        </p:txBody>
      </p:sp>
      <p:sp>
        <p:nvSpPr>
          <p:cNvPr id="5" name="W04-S19-close">
            <a:extLst xmlns:a="http://schemas.openxmlformats.org/drawingml/2006/main">
              <a:ext uri="{FF2B5EF4-FFF2-40B4-BE49-F238E27FC236}">
                <a16:creationId xmlns:a16="http://schemas.microsoft.com/office/drawing/2014/main" id="{58BCCEA9-358B-444B-847D-1776096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335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F4CE46">
                    <a:alpha val="7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F4CE46">
                    <a:alpha val="70000"/>
                  </a:srgbClr>
                </a:solidFill>
                <a:latin typeface="Noto Sans KR"/>
                <a:ea typeface="Noto Sans KR"/>
                <a:cs typeface="Noto Sans KR"/>
              </a:rPr>
              <a:t>CLOSE</a:t>
            </a:r>
          </a:p>
        </p:txBody>
      </p:sp>
      <p:sp>
        <p:nvSpPr>
          <p:cNvPr id="6" name="W04-S19-body">
            <a:extLst xmlns:a="http://schemas.openxmlformats.org/drawingml/2006/main">
              <a:ext uri="{FF2B5EF4-FFF2-40B4-BE49-F238E27FC236}">
                <a16:creationId xmlns:a16="http://schemas.microsoft.com/office/drawing/2014/main" id="{A82288CD-7FE6-478F-AAE3-D4A789BB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33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내가 원하는 것은 ______을 느끼며 사는 것이다.</a:t>
            </a:r>
          </a:p>
        </p:txBody>
      </p:sp>
      <p:sp>
        <p:nvSpPr>
          <p:cNvPr id="7" name="W04-S19-signature">
            <a:extLst xmlns:a="http://schemas.openxmlformats.org/drawingml/2006/main">
              <a:ext uri="{FF2B5EF4-FFF2-40B4-BE49-F238E27FC236}">
                <a16:creationId xmlns:a16="http://schemas.microsoft.com/office/drawing/2014/main" id="{4DB96023-272B-489E-BA18-E0911BAF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1162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E46"/>
          </a:solidFill>
          <a:ln xmlns:a="http://schemas.openxmlformats.org/drawingml/2006/main" w="0">
            <a:solidFill>
              <a:srgbClr val="F4CE46"/>
            </a:solidFill>
            <a:prstDash val="solid"/>
          </a:ln>
        </p:spPr>
      </p:sp>
      <p:sp>
        <p:nvSpPr>
          <p:cNvPr id="8" name="W04-S19-cue">
            <a:extLst xmlns:a="http://schemas.openxmlformats.org/drawingml/2006/main">
              <a:ext uri="{FF2B5EF4-FFF2-40B4-BE49-F238E27FC236}">
                <a16:creationId xmlns:a16="http://schemas.microsoft.com/office/drawing/2014/main" id="{E1398F73-7E53-4406-A3E5-846D5FB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9137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자신의 언어로 완성합니다.</a:t>
            </a:r>
          </a:p>
        </p:txBody>
      </p:sp>
    </p:spTree>
    <p:extLst>
      <p:ext uri="{BB962C8B-B14F-4D97-AF65-F5344CB8AC3E}">
        <p14:creationId xmlns:p14="http://schemas.microsoft.com/office/powerpoint/2010/main" val="1254272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2026-07-26T22:50:45.9630000Z</dcterms:created>
  <dcterms:modified xsi:type="dcterms:W3CDTF">2026-07-26T22:50:45.9630000Z</dcterms:modified>
</coreProperties>
</file>