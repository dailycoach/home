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07c930ea14777" /><Relationship Type="http://schemas.openxmlformats.org/officeDocument/2006/relationships/extended-properties" Target="/docProps/app.xml" Id="Rc3a425e09a5a40b7" /><Relationship Type="http://schemas.openxmlformats.org/officeDocument/2006/relationships/officeDocument" Target="/ppt/presentation.xml" Id="R6ae28826bcea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2f07299b24c0a"/>
  </p:sldMasterIdLst>
  <p:notesMasterIdLst>
    <p:notesMasterId xmlns:r="http://schemas.openxmlformats.org/officeDocument/2006/relationships" r:id="Rfc732ca2dced4b1b"/>
  </p:notesMasterIdLst>
  <p:sldIdLst>
    <p:sldId xmlns:r="http://schemas.openxmlformats.org/officeDocument/2006/relationships" id="256" r:id="Rec480c8d1f1d4a42"/>
    <p:sldId xmlns:r="http://schemas.openxmlformats.org/officeDocument/2006/relationships" id="257" r:id="R148156d0593e446f"/>
    <p:sldId xmlns:r="http://schemas.openxmlformats.org/officeDocument/2006/relationships" id="258" r:id="R0ea7467a1f344bda"/>
    <p:sldId xmlns:r="http://schemas.openxmlformats.org/officeDocument/2006/relationships" id="259" r:id="R0ca2927237714e71"/>
    <p:sldId xmlns:r="http://schemas.openxmlformats.org/officeDocument/2006/relationships" id="260" r:id="R43e910adbd784ae6"/>
    <p:sldId xmlns:r="http://schemas.openxmlformats.org/officeDocument/2006/relationships" id="261" r:id="R223c384063e64267"/>
    <p:sldId xmlns:r="http://schemas.openxmlformats.org/officeDocument/2006/relationships" id="262" r:id="Re00d6aaac1c840bc"/>
    <p:sldId xmlns:r="http://schemas.openxmlformats.org/officeDocument/2006/relationships" id="263" r:id="Rb852dc729c2c46da"/>
    <p:sldId xmlns:r="http://schemas.openxmlformats.org/officeDocument/2006/relationships" id="264" r:id="R9dff744d37cb430b"/>
    <p:sldId xmlns:r="http://schemas.openxmlformats.org/officeDocument/2006/relationships" id="265" r:id="R8a703495955c4ddf"/>
    <p:sldId xmlns:r="http://schemas.openxmlformats.org/officeDocument/2006/relationships" id="266" r:id="R65ffb4da70494637"/>
    <p:sldId xmlns:r="http://schemas.openxmlformats.org/officeDocument/2006/relationships" id="267" r:id="Rfa7e61b1d3db43d9"/>
    <p:sldId xmlns:r="http://schemas.openxmlformats.org/officeDocument/2006/relationships" id="268" r:id="Rf115430ae08c4556"/>
    <p:sldId xmlns:r="http://schemas.openxmlformats.org/officeDocument/2006/relationships" id="269" r:id="R8704d885085e48ca"/>
    <p:sldId xmlns:r="http://schemas.openxmlformats.org/officeDocument/2006/relationships" id="270" r:id="Rd181252a924a489e"/>
    <p:sldId xmlns:r="http://schemas.openxmlformats.org/officeDocument/2006/relationships" id="271" r:id="R660b00872fb94e40"/>
    <p:sldId xmlns:r="http://schemas.openxmlformats.org/officeDocument/2006/relationships" id="272" r:id="R06e5b0951c924052"/>
    <p:sldId xmlns:r="http://schemas.openxmlformats.org/officeDocument/2006/relationships" id="273" r:id="R472c9949ad864240"/>
    <p:sldId xmlns:r="http://schemas.openxmlformats.org/officeDocument/2006/relationships" id="274" r:id="Rb9febeb1443a43a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6fe98bbc694aa6" /><Relationship Type="http://schemas.openxmlformats.org/officeDocument/2006/relationships/slideMaster" Target="/ppt/slideMasters/slideMaster1.xml" Id="R0672f07299b24c0a" /><Relationship Type="http://schemas.openxmlformats.org/officeDocument/2006/relationships/notesMaster" Target="/ppt/notesMasters/notesMaster1.xml" Id="Rfc732ca2dced4b1b" /><Relationship Type="http://schemas.openxmlformats.org/officeDocument/2006/relationships/presProps" Target="/ppt/presProps.xml" Id="R67bf99ff014d4512" /><Relationship Type="http://schemas.openxmlformats.org/officeDocument/2006/relationships/tableStyles" Target="/ppt/tableStyles.xml" Id="R3ce308c69365462c" /><Relationship Type="http://schemas.openxmlformats.org/officeDocument/2006/relationships/slide" Target="/ppt/slides/slide1.xml" Id="Rec480c8d1f1d4a42" /><Relationship Type="http://schemas.openxmlformats.org/officeDocument/2006/relationships/slide" Target="/ppt/slides/slide2.xml" Id="R148156d0593e446f" /><Relationship Type="http://schemas.openxmlformats.org/officeDocument/2006/relationships/slide" Target="/ppt/slides/slide3.xml" Id="R0ea7467a1f344bda" /><Relationship Type="http://schemas.openxmlformats.org/officeDocument/2006/relationships/slide" Target="/ppt/slides/slide4.xml" Id="R0ca2927237714e71" /><Relationship Type="http://schemas.openxmlformats.org/officeDocument/2006/relationships/slide" Target="/ppt/slides/slide5.xml" Id="R43e910adbd784ae6" /><Relationship Type="http://schemas.openxmlformats.org/officeDocument/2006/relationships/slide" Target="/ppt/slides/slide6.xml" Id="R223c384063e64267" /><Relationship Type="http://schemas.openxmlformats.org/officeDocument/2006/relationships/slide" Target="/ppt/slides/slide7.xml" Id="Re00d6aaac1c840bc" /><Relationship Type="http://schemas.openxmlformats.org/officeDocument/2006/relationships/slide" Target="/ppt/slides/slide8.xml" Id="Rb852dc729c2c46da" /><Relationship Type="http://schemas.openxmlformats.org/officeDocument/2006/relationships/slide" Target="/ppt/slides/slide9.xml" Id="R9dff744d37cb430b" /><Relationship Type="http://schemas.openxmlformats.org/officeDocument/2006/relationships/slide" Target="/ppt/slides/slide10.xml" Id="R8a703495955c4ddf" /><Relationship Type="http://schemas.openxmlformats.org/officeDocument/2006/relationships/slide" Target="/ppt/slides/slide11.xml" Id="R65ffb4da70494637" /><Relationship Type="http://schemas.openxmlformats.org/officeDocument/2006/relationships/slide" Target="/ppt/slides/slide12.xml" Id="Rfa7e61b1d3db43d9" /><Relationship Type="http://schemas.openxmlformats.org/officeDocument/2006/relationships/slide" Target="/ppt/slides/slide13.xml" Id="Rf115430ae08c4556" /><Relationship Type="http://schemas.openxmlformats.org/officeDocument/2006/relationships/slide" Target="/ppt/slides/slide14.xml" Id="R8704d885085e48ca" /><Relationship Type="http://schemas.openxmlformats.org/officeDocument/2006/relationships/slide" Target="/ppt/slides/slide15.xml" Id="Rd181252a924a489e" /><Relationship Type="http://schemas.openxmlformats.org/officeDocument/2006/relationships/slide" Target="/ppt/slides/slide16.xml" Id="R660b00872fb94e40" /><Relationship Type="http://schemas.openxmlformats.org/officeDocument/2006/relationships/slide" Target="/ppt/slides/slide17.xml" Id="R06e5b0951c924052" /><Relationship Type="http://schemas.openxmlformats.org/officeDocument/2006/relationships/slide" Target="/ppt/slides/slide18.xml" Id="R472c9949ad864240" /><Relationship Type="http://schemas.openxmlformats.org/officeDocument/2006/relationships/slide" Target="/ppt/slides/slide19.xml" Id="Rb9febeb1443a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e83bc3dc4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7c6a457e34d35" /><Relationship Type="http://schemas.openxmlformats.org/officeDocument/2006/relationships/notesMaster" Target="/ppt/notesMasters/notesMaster1.xml" Id="R3dce17ba3f254d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9e120f21c84349" /><Relationship Type="http://schemas.openxmlformats.org/officeDocument/2006/relationships/notesMaster" Target="/ppt/notesMasters/notesMaster1.xml" Id="R3bc302329a5240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23785f12ae4e1b" /><Relationship Type="http://schemas.openxmlformats.org/officeDocument/2006/relationships/notesMaster" Target="/ppt/notesMasters/notesMaster1.xml" Id="R590164b15a23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6ded64df64399" /><Relationship Type="http://schemas.openxmlformats.org/officeDocument/2006/relationships/notesMaster" Target="/ppt/notesMasters/notesMaster1.xml" Id="R9f3212cfaa9e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a273decba41cb" /><Relationship Type="http://schemas.openxmlformats.org/officeDocument/2006/relationships/notesMaster" Target="/ppt/notesMasters/notesMaster1.xml" Id="Re884d6c9118942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beea4456b4017" /><Relationship Type="http://schemas.openxmlformats.org/officeDocument/2006/relationships/notesMaster" Target="/ppt/notesMasters/notesMaster1.xml" Id="R22fc0fe5c49149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e90f71aae14f7b" /><Relationship Type="http://schemas.openxmlformats.org/officeDocument/2006/relationships/notesMaster" Target="/ppt/notesMasters/notesMaster1.xml" Id="Re3f06c96f1264f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41dbbf30e34962" /><Relationship Type="http://schemas.openxmlformats.org/officeDocument/2006/relationships/notesMaster" Target="/ppt/notesMasters/notesMaster1.xml" Id="Rf6ecb8e9c7834c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5e6184a7f840a4" /><Relationship Type="http://schemas.openxmlformats.org/officeDocument/2006/relationships/notesMaster" Target="/ppt/notesMasters/notesMaster1.xml" Id="R7ee0b3fd41bb4b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bcee5dc8e74927" /><Relationship Type="http://schemas.openxmlformats.org/officeDocument/2006/relationships/notesMaster" Target="/ppt/notesMasters/notesMaster1.xml" Id="R61afbaaa3af24b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5fa9bd4347462b" /><Relationship Type="http://schemas.openxmlformats.org/officeDocument/2006/relationships/notesMaster" Target="/ppt/notesMasters/notesMaster1.xml" Id="R8d1b08951ef14e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b86d589be4ee4" /><Relationship Type="http://schemas.openxmlformats.org/officeDocument/2006/relationships/notesMaster" Target="/ppt/notesMasters/notesMaster1.xml" Id="R6c3a1be4e9664d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6ac0c3d722425e" /><Relationship Type="http://schemas.openxmlformats.org/officeDocument/2006/relationships/notesMaster" Target="/ppt/notesMasters/notesMaster1.xml" Id="Ra139a02ad2934b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40f87692cb4589" /><Relationship Type="http://schemas.openxmlformats.org/officeDocument/2006/relationships/notesMaster" Target="/ppt/notesMasters/notesMaster1.xml" Id="R0d6183d19d8d41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35783697664610" /><Relationship Type="http://schemas.openxmlformats.org/officeDocument/2006/relationships/notesMaster" Target="/ppt/notesMasters/notesMaster1.xml" Id="R7e54f8330ec247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a6cd9e4e4a4c05" /><Relationship Type="http://schemas.openxmlformats.org/officeDocument/2006/relationships/notesMaster" Target="/ppt/notesMasters/notesMaster1.xml" Id="Rfae9a5bfe33040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1b44d69908497a" /><Relationship Type="http://schemas.openxmlformats.org/officeDocument/2006/relationships/notesMaster" Target="/ppt/notesMasters/notesMaster1.xml" Id="R46fb3df9d6fe42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bc872f66e04c7b" /><Relationship Type="http://schemas.openxmlformats.org/officeDocument/2006/relationships/notesMaster" Target="/ppt/notesMasters/notesMaster1.xml" Id="R2a9a3e34413d47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52f9921db04168" /><Relationship Type="http://schemas.openxmlformats.org/officeDocument/2006/relationships/notesMaster" Target="/ppt/notesMasters/notesMaster1.xml" Id="Rbadb3c854f97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W02-S01</a:t>
            </a:r>
          </a:p>
          <a:p xmlns:a="http://schemas.openxmlformats.org/drawingml/2006/main">
            <a:r>
              <a:t>목적: 이번 회기의 위치와 주제를 한눈에 제시한다.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“W02 / 내면아이와 지금의 내가 만나는 자리.” 오늘은 ‘그때의 나는 무엇을 기다렸고 어떻게 자신을 지켰는가?’라는 질문을 따라가겠습니다. 정답을 만들기보다 지금 보이는 만큼만 함께 살펴보겠습니다.</a:t>
            </a:r>
          </a:p>
          <a:p xmlns:a="http://schemas.openxmlformats.org/drawingml/2006/main">
            <a:r>
              <a:t>다음 질문: 이 질문을 들었을 때 지금 가장 먼저 떠오르는 단어는 무엇인가요?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이제 설명보다 현재의 감각으로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W02-S02</a:t>
            </a:r>
          </a:p>
          <a:p xmlns:a="http://schemas.openxmlformats.org/drawingml/2006/main">
            <a:r>
              <a:t>목적: 설명보다 장면 중심의 언어로 회기를 연다.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“오래전의 나와 지금의 내가 같은 장면에 들어옵니다.” 이 문장을 천천히 읽겠습니다. 설명을 바로 붙이지 않고, 지금 떠오르는 느낌이 자리 잡도록 잠시 기다리겠습니다.</a:t>
            </a:r>
          </a:p>
          <a:p xmlns:a="http://schemas.openxmlformats.org/drawingml/2006/main">
            <a:r>
              <a:t>다음 질문: 이 장면과 지금의 나 사이에 어떤 느낌이 있나요?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먼저 지금 이 자리에 도착한 몸과 감정을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W02-S03</a:t>
            </a:r>
          </a:p>
          <a:p xmlns:a="http://schemas.openxmlformats.org/drawingml/2006/main">
            <a:r>
              <a:t>목적: 감정과 몸 상태를 현재 시점에서 확인한다.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진행자 실제 발화: “지금의 감정과 몸의 상태를 한 단어로 적어주세요.” 길게 설명하지 않아도 됩니다. 감정이나 몸의 느낌 가운데 지금 가장 가까운 단어 하나만 적어보세요.</a:t>
            </a:r>
          </a:p>
          <a:p xmlns:a="http://schemas.openxmlformats.org/drawingml/2006/main">
            <a:r>
              <a:t>다음 질문: 그 단어는 몸의 어느 부분에서 가장 가까이 느껴지나요?</a:t>
            </a:r>
          </a:p>
          <a:p xmlns:a="http://schemas.openxmlformats.org/drawingml/2006/main">
            <a:r>
              <a:t>참여자가 막혔을 때의 대체 질문: 정확한 감정명이 어렵다면 ‘편안함/불편함/잘 모르겠음’ 중 하나를 골라도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깊이 들어가기 전에 오늘의 선택권을 다시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W02-S04</a:t>
            </a:r>
          </a:p>
          <a:p xmlns:a="http://schemas.openxmlformats.org/drawingml/2006/main">
            <a:r>
              <a:t>목적: 말하지 않을 권리, 쉬어갈 권리, 중단 선택을 안내한다.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“말하지 않아도, 질문을 건너뛰어도, 잠시 쉬어가도 괜찮습니다.” 이것은 안내 문구가 아니라 실제 선택권입니다. 어떤 질문도 건너뛸 수 있고, 언제든 멈추거나 자리를 옮길 수 있습니다.</a:t>
            </a:r>
          </a:p>
          <a:p xmlns:a="http://schemas.openxmlformats.org/drawingml/2006/main">
            <a:r>
              <a:t>다음 질문: 오늘 자신에게 필요한 참여 방식은 무엇인가요?</a:t>
            </a:r>
          </a:p>
          <a:p xmlns:a="http://schemas.openxmlformats.org/drawingml/2006/main">
            <a:r>
              <a:t>참여자가 막혔을 때의 대체 질문: 지금은 ‘계속하기/건너뛰기/잠시 쉬기’ 중 무엇이 가장 필요한가요?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선택권을 가진 채 지난 시간과 오늘을 연결해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W02-S05</a:t>
            </a:r>
          </a:p>
          <a:p xmlns:a="http://schemas.openxmlformats.org/drawingml/2006/main">
            <a:r>
              <a:t>목적: 이전 회기의 삶의 실험과 발견을 현재 장면으로 연결한다.</a:t>
            </a:r>
          </a:p>
          <a:p xmlns:a="http://schemas.openxmlformats.org/drawingml/2006/main">
            <a:r>
              <a:t>권장 시간: 7분</a:t>
            </a:r>
          </a:p>
          <a:p xmlns:a="http://schemas.openxmlformats.org/drawingml/2006/main">
            <a:r>
              <a:t>진행자 실제 발화: “지난주 마음의 날씨에서 반복된 것은 무엇이었나요?” 했는지 못했는지를 평가하지 않겠습니다. 그 사이에 알아차린 작은 변화나 반복 하나만 골라 이야기해 주세요.</a:t>
            </a:r>
          </a:p>
          <a:p xmlns:a="http://schemas.openxmlformats.org/drawingml/2006/main">
            <a:r>
              <a:t>다음 질문: 그 경험에서 새롭게 알아차린 것은 무엇인가요?</a:t>
            </a:r>
          </a:p>
          <a:p xmlns:a="http://schemas.openxmlformats.org/drawingml/2006/main">
            <a:r>
              <a:t>참여자가 막혔을 때의 대체 질문: 특별한 변화가 없었다면 ‘그대로였던 것’ 하나를 말해도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이제 말로만 설명하지 않고 하나의 장면으로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W02-S06</a:t>
            </a:r>
          </a:p>
          <a:p xmlns:a="http://schemas.openxmlformats.org/drawingml/2006/main">
            <a:r>
              <a:t>목적: 짧은 내레이션으로 심리적 장면을 연다.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지금부터 짧은 장면을 읽겠습니다. 눈을 감을 필요는 없습니다. “오래전의 내가 어느 장소에서 기다리고 있습니다. 현재의 내가 그 장소에 도착합니다. 두 사람은 아직 아무 말도 하지 않았습니다.” 떠오르는 만큼만 머물러 보겠습니다.</a:t>
            </a:r>
          </a:p>
          <a:p xmlns:a="http://schemas.openxmlformats.org/drawingml/2006/main">
            <a:r>
              <a:t>다음 질문: 이 장면에서 가장 먼저 눈에 들어오는 것은 무엇인가요?</a:t>
            </a:r>
          </a:p>
          <a:p xmlns:a="http://schemas.openxmlformats.org/drawingml/2006/main">
            <a:r>
              <a:t>참여자가 막혔을 때의 대체 질문: 장면이 떠오르지 않으면 날씨나 색 하나만 골라도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장면이 열렸다면 오늘의 그림 활동을 공개하겠습니다.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W02-S07</a:t>
            </a:r>
          </a:p>
          <a:p xmlns:a="http://schemas.openxmlformats.org/drawingml/2006/main">
            <a:r>
              <a:t>목적: 오늘의 그림 활동을 짧고 명확하게 공개한다.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오늘의 활동은 “오래전의 나와 지금의 내가 만나는 장면”입니다. 완성 예시를 따라 그리지 않고, 자신의 방식으로 시작합니다.</a:t>
            </a:r>
          </a:p>
          <a:p xmlns:a="http://schemas.openxmlformats.org/drawingml/2006/main">
            <a:r>
              <a:t>다음 질문: 이 활동을 어떤 거리와 방식으로 시작하고 싶나요?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시작하기 전에 필요한 재료와 기록 자리를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W02-S08</a:t>
            </a:r>
          </a:p>
          <a:p xmlns:a="http://schemas.openxmlformats.org/drawingml/2006/main">
            <a:r>
              <a:t>목적: 스케치북, 색연필, 워크북 위치를 확인한다.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“스케치북 · 색연필 · 워크북을 준비합니다.” 스케치북은 그림을 위한 자리, 워크북은 말과 발견을 남기는 자리입니다. 준비되면 고개만 들어 주세요.</a:t>
            </a:r>
          </a:p>
          <a:p xmlns:a="http://schemas.openxmlformats.org/drawingml/2006/main">
            <a:r>
              <a:t>다음 질문: 그림과 기록 가운데 어느 것부터 시작하면 편안한가요?</a:t>
            </a:r>
          </a:p>
          <a:p xmlns:a="http://schemas.openxmlformats.org/drawingml/2006/main">
            <a:r>
              <a:t>참여자가 막혔을 때의 대체 질문: 지금 손에 먼저 잡고 싶은 재료 하나만 골라볼까요?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재료가 준비되면 표현 방법의 선택지를 짧게 안내하겠습니다.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W02-S09</a:t>
            </a:r>
          </a:p>
          <a:p xmlns:a="http://schemas.openxmlformats.org/drawingml/2006/main">
            <a:r>
              <a:t>목적: 그림의 구성 요소와 선택 가능한 표현 방식을 안내한다.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“두 사람의 거리, 방향, 손, 시선과 보호물을 자유롭게 배치합니다.” 여기에 나온 요소를 모두 넣을 필요는 없습니다. 글자, 기호, 색면, 선, 비어 있는 자리만 사용해도 좋습니다.</a:t>
            </a:r>
          </a:p>
          <a:p xmlns:a="http://schemas.openxmlformats.org/drawingml/2006/main">
            <a:r>
              <a:t>다음 질문: 여러 요소 중 지금 넣고 싶은 것 하나는 무엇인가요?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이제 잘해야 한다는 부담을 내려놓는 한 문장을 기억하겠습니다.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W02-S10</a:t>
            </a:r>
          </a:p>
          <a:p xmlns:a="http://schemas.openxmlformats.org/drawingml/2006/main">
            <a:r>
              <a:t>목적: 완성도 부담을 낮추고 자기 속도를 허용한다.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“가까이 가지 않아도 됩니다. 안전한 거리부터 시작합니다.” 이 한 문장만 기억하고 각자의 속도로 시작하겠습니다. 잘 그렸는지는 오늘의 기준이 아닙니다.</a:t>
            </a:r>
          </a:p>
          <a:p xmlns:a="http://schemas.openxmlformats.org/drawingml/2006/main">
            <a:r>
              <a:t>다음 질문: 지금 가능한 만큼은 어느 정도인가요?</a:t>
            </a:r>
          </a:p>
          <a:p xmlns:a="http://schemas.openxmlformats.org/drawingml/2006/main">
            <a:r>
              <a:t>참여자가 막혔을 때의 대체 질문: 완성하지 않아도 괜찮다면 첫 표시를 어디에 남기고 싶나요?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각자의 속도로 그림 활동을 시작하겠습니다.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W02-S11</a:t>
            </a:r>
          </a:p>
          <a:p xmlns:a="http://schemas.openxmlformats.org/drawingml/2006/main">
            <a:r>
              <a:t>목적: 화면 자극을 낮추고 타이머만 제공한다.</a:t>
            </a:r>
          </a:p>
          <a:p xmlns:a="http://schemas.openxmlformats.org/drawingml/2006/main">
            <a:r>
              <a:t>권장 시간: 25분</a:t>
            </a:r>
          </a:p>
          <a:p xmlns:a="http://schemas.openxmlformats.org/drawingml/2006/main">
            <a:r>
              <a:t>진행자 실제 발화: “25 MIN / 그림을 시작합니다.” 지금부터 25분입니다. 처음 5분과 마지막 5분에만 시간을 안내하겠습니다. 질문이 있으면 손을 들어 주세요.</a:t>
            </a:r>
          </a:p>
          <a:p xmlns:a="http://schemas.openxmlformats.org/drawingml/2006/main">
            <a:r>
              <a:t>다음 질문: 지금 더 필요한 것은 시간, 거리, 재료, 휴식 중 무엇인가요?</a:t>
            </a:r>
          </a:p>
          <a:p xmlns:a="http://schemas.openxmlformats.org/drawingml/2006/main">
            <a:r>
              <a:t>참여자가 막혔을 때의 대체 질문: 지금은 그리지 않고 잠시 바라보거나 한 단어만 적어도 괜찮습니다.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손을 멈춘 뒤, 수정하기 전에 먼저 작품을 바라보겠습니다.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W02-S12</a:t>
            </a:r>
          </a:p>
          <a:p xmlns:a="http://schemas.openxmlformats.org/drawingml/2006/main">
            <a:r>
              <a:t>목적: 수정 전에 작품을 있는 그대로 바라보게 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“그림을 바꾸기 전에 먼저 그대로 바라봅니다.”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이제 보이는 사실을 붙잡는 질문 하나로 시선을 좁혀보겠습니다.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W02-S13</a:t>
            </a:r>
          </a:p>
          <a:p xmlns:a="http://schemas.openxmlformats.org/drawingml/2006/main">
            <a:r>
              <a:t>목적: 해석이 아닌 보이는 요소를 언어화한다.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“누가 먼저 보이고, 두 사람 사이의 거리는 어떻게 느껴지나요?”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보이는 것을 확인했으니 그림 속 목소리를 한 문장으로 들어보겠습니다.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W02-S14</a:t>
            </a:r>
          </a:p>
          <a:p xmlns:a="http://schemas.openxmlformats.org/drawingml/2006/main">
            <a:r>
              <a:t>목적: 그림 속 주인공의 1인칭 목소리를 끌어낸다.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“어린 내가 한 문장을 말한다면 뭐라고 할까요?” 완벽한 문장일 필요는 없습니다. 그림 속 존재가 지금 말하는 것처럼 1인칭 한 문장으로 들려주세요.</a:t>
            </a:r>
          </a:p>
          <a:p xmlns:a="http://schemas.openxmlformats.org/drawingml/2006/main">
            <a:r>
              <a:t>다음 질문: 그 문장을 ‘나는…’으로 시작하면 어떻게 들리나요?</a:t>
            </a:r>
          </a:p>
          <a:p xmlns:a="http://schemas.openxmlformats.org/drawingml/2006/main">
            <a:r>
              <a:t>참여자가 막혔을 때의 대체 질문: 문장 대신 한 단어, 소리, 또는 말하지 않기를 선택해도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그 목소리가 지켜온 것과 지금 필요한 것을 함께 살펴보겠습니다.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W02-S15</a:t>
            </a:r>
          </a:p>
          <a:p xmlns:a="http://schemas.openxmlformats.org/drawingml/2006/main">
            <a:r>
              <a:t>목적: 욕구·두려움·보호방식·대가를 구조화한다.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“원하는 것, 두려운 것, 자신을 지키기 위해 한 것은 무엇인가요?” 제가 의미를 정하지 않겠습니다. 당신이 고른 단어를 중심으로, 지켜준 점과 지금 필요한 점을 함께 보겠습니다.</a:t>
            </a:r>
          </a:p>
          <a:p xmlns:a="http://schemas.openxmlformats.org/drawingml/2006/main">
            <a:r>
              <a:t>다음 질문: 그 방식이 지켜준 것과 지금 치르는 대가는 각각 무엇인가요?</a:t>
            </a:r>
          </a:p>
          <a:p xmlns:a="http://schemas.openxmlformats.org/drawingml/2006/main">
            <a:r>
              <a:t>참여자가 막혔을 때의 대체 질문: 욕구가 어렵다면 ‘더 가까이/더 멀리/그대로’ 중 어디에 가까운가요?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정답을 만들지 않고, 들은 핵심을 소그룹에서 반영해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W02-S16</a:t>
            </a:r>
          </a:p>
          <a:p xmlns:a="http://schemas.openxmlformats.org/drawingml/2006/main">
            <a:r>
              <a:t>목적: 조언·평가·대리 해석을 막고 반영 중심으로 나눈다.</a:t>
            </a:r>
          </a:p>
          <a:p xmlns:a="http://schemas.openxmlformats.org/drawingml/2006/main">
            <a:r>
              <a:t>권장 시간: 15분</a:t>
            </a:r>
          </a:p>
          <a:p xmlns:a="http://schemas.openxmlformats.org/drawingml/2006/main">
            <a:r>
              <a:t>진행자 실제 발화: “2인 나눔 / 상대의 그림을 대신 해석하지 않습니다.” 듣는 사람은 조언하거나 해석하지 않습니다. ‘제가 들은 핵심은…’으로 한 번만 반영해 주세요.</a:t>
            </a:r>
          </a:p>
          <a:p xmlns:a="http://schemas.openxmlformats.org/drawingml/2006/main">
            <a:r>
              <a:t>다음 질문: 상대의 말에서 그대로 되돌려 주고 싶은 핵심 단어는 무엇인가요?</a:t>
            </a:r>
          </a:p>
          <a:p xmlns:a="http://schemas.openxmlformats.org/drawingml/2006/main">
            <a:r>
              <a:t>참여자가 막혔을 때의 대체 질문: 설명 대신 작품에서 소개하고 싶은 부분 하나만 가리켜도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소그룹에서 나온 문장 가운데 전체와 나누고 싶은 것을 선택하겠습니다.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W02-S17</a:t>
            </a:r>
          </a:p>
          <a:p xmlns:a="http://schemas.openxmlformats.org/drawingml/2006/main">
            <a:r>
              <a:t>목적: 회기의 핵심 문장을 전체 장면으로 통합한다.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진행자 실제 발화: “지금의 내가 어린 나에게 건네고 싶은 문장을 말합니다.” 모두가 말할 필요는 없습니다. 나누고 싶은 분의 문장 두세 개만 받고, 서로 다른 표현을 그대로 두겠습니다.</a:t>
            </a:r>
          </a:p>
          <a:p xmlns:a="http://schemas.openxmlformats.org/drawingml/2006/main">
            <a:r>
              <a:t>다음 질문: 오늘의 여러 문장 사이에서 공통으로 남는 것은 무엇인가요?</a:t>
            </a:r>
          </a:p>
          <a:p xmlns:a="http://schemas.openxmlformats.org/drawingml/2006/main">
            <a:r>
              <a:t>참여자가 막혔을 때의 대체 질문: 전체 이야기가 어렵다면 오늘 남기고 싶은 단어 하나만 골라도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오늘의 발견을 생활에서 확인할 수 있는 작은 행동으로 옮기겠습니다.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W02-S18</a:t>
            </a:r>
          </a:p>
          <a:p xmlns:a="http://schemas.openxmlformats.org/drawingml/2006/main">
            <a:r>
              <a:t>목적: 생활 속 관찰이나 작게 실행할 행동으로 번역한다.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“감정이 올라오는 순간 ‘지금 내 안의 어린 부분은 무엇을 필요로 하는가?’를 묻습니다.” 크게 바꾸기보다 실제 생활에서 확인할 수 있는 가장 작은 행동과 다시 시작하는 방법을 정하겠습니다.</a:t>
            </a:r>
          </a:p>
          <a:p xmlns:a="http://schemas.openxmlformats.org/drawingml/2006/main">
            <a:r>
              <a:t>다음 질문: 이 행동을 가장 작게 시작한다면 언제 무엇을 하면 될까요?</a:t>
            </a:r>
          </a:p>
          <a:p xmlns:a="http://schemas.openxmlformats.org/drawingml/2006/main">
            <a:r>
              <a:t>참여자가 막혔을 때의 대체 질문: 행동 대신 ‘멈출 것 하나’ 또는 ‘도움을 요청할 사람 하나’를 정해도 됩니다.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마지막으로 자신의 언어로 회기를 닫는 문장을 완성하겠습니다.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W02-S19</a:t>
            </a:r>
          </a:p>
          <a:p xmlns:a="http://schemas.openxmlformats.org/drawingml/2006/main">
            <a:r>
              <a:t>목적: 발화자가 완성한 문장으로 회기를 닫는다.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진행자 실제 발화: “그때의 나는 ______을 기다리고 있었다.” 빈칸은 자신의 단어로 완성합니다. 원한다면 직접 읽고, 읽지 않고 기록만 남겨도 괜찮습니다.</a:t>
            </a:r>
          </a:p>
          <a:p xmlns:a="http://schemas.openxmlformats.org/drawingml/2006/main">
            <a:r>
              <a:t>다음 질문: 이 문장을 오늘의 나에게 어떤 목소리로 들려주고 싶나요?</a:t>
            </a:r>
          </a:p>
          <a:p xmlns:a="http://schemas.openxmlformats.org/drawingml/2006/main">
            <a:r>
              <a:t>참여자가 막혔을 때의 대체 질문: 빈칸을 채우지 않고 지금 남은 느낌만 표시해도 괜찮습니다.</a:t>
            </a:r>
          </a:p>
          <a:p xmlns:a="http://schemas.openxmlformats.org/drawingml/2006/main">
            <a:r>
              <a:t>정서 반응이 커졌을 때의 대응: 기억을 복원하거나 사실 여부를 확인하지 않는다. 참여자가 정한 안전한 거리와 중단 선택을 존중한다.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WB-W02</a:t>
            </a:r>
          </a:p>
          <a:p xmlns:a="http://schemas.openxmlformats.org/drawingml/2006/main">
            <a:r>
              <a:t>다음 슬라이드 전환 문장: 오늘의 문장을 자신의 기록으로 남기고, 서두르지 않고 회기를 마치겠습니다.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W02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f5d3564994e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781892b7e4bef" /><Relationship Type="http://schemas.openxmlformats.org/officeDocument/2006/relationships/slideLayout" Target="/ppt/slideLayouts/slideLayout1.xml" Id="R2cbc66292c8649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c66292c8649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44a09c854df1" /><Relationship Type="http://schemas.openxmlformats.org/officeDocument/2006/relationships/notesSlide" Target="/ppt/notesSlides/notesSlide1.xml" Id="Rea8944154d91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2d295b6974a0a" /><Relationship Type="http://schemas.openxmlformats.org/officeDocument/2006/relationships/notesSlide" Target="/ppt/notesSlides/notesSlide2.xml" Id="R36bf788ad09442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b2c31096344b2" /><Relationship Type="http://schemas.openxmlformats.org/officeDocument/2006/relationships/notesSlide" Target="/ppt/notesSlides/notesSlide3.xml" Id="Rb717402548f144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77fd5c65143e9" /><Relationship Type="http://schemas.openxmlformats.org/officeDocument/2006/relationships/notesSlide" Target="/ppt/notesSlides/notesSlide4.xml" Id="R606d964333f14d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a131c778446c6" /><Relationship Type="http://schemas.openxmlformats.org/officeDocument/2006/relationships/notesSlide" Target="/ppt/notesSlides/notesSlide5.xml" Id="R2bfded438005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210ada604b8e" /><Relationship Type="http://schemas.openxmlformats.org/officeDocument/2006/relationships/notesSlide" Target="/ppt/notesSlides/notesSlide6.xml" Id="R7654846029724c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50e65fff04666" /><Relationship Type="http://schemas.openxmlformats.org/officeDocument/2006/relationships/notesSlide" Target="/ppt/notesSlides/notesSlide7.xml" Id="R85da0735b91948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591aa657048c5" /><Relationship Type="http://schemas.openxmlformats.org/officeDocument/2006/relationships/notesSlide" Target="/ppt/notesSlides/notesSlide8.xml" Id="Rbdcaeae13cf7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8313897dc4f04" /><Relationship Type="http://schemas.openxmlformats.org/officeDocument/2006/relationships/notesSlide" Target="/ppt/notesSlides/notesSlide9.xml" Id="Rec91194d597548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052a4c9d84f24" /><Relationship Type="http://schemas.openxmlformats.org/officeDocument/2006/relationships/notesSlide" Target="/ppt/notesSlides/notesSlide10.xml" Id="Rd7819f61d8844d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c09065d774f48" /><Relationship Type="http://schemas.openxmlformats.org/officeDocument/2006/relationships/notesSlide" Target="/ppt/notesSlides/notesSlide11.xml" Id="R4d1bbf897b6d48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381dad484cf0" /><Relationship Type="http://schemas.openxmlformats.org/officeDocument/2006/relationships/notesSlide" Target="/ppt/notesSlides/notesSlide12.xml" Id="R1cd98f0ac2174a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a9990b4274203" /><Relationship Type="http://schemas.openxmlformats.org/officeDocument/2006/relationships/notesSlide" Target="/ppt/notesSlides/notesSlide13.xml" Id="R0bcc60a921f14b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ceb8654ec415a" /><Relationship Type="http://schemas.openxmlformats.org/officeDocument/2006/relationships/notesSlide" Target="/ppt/notesSlides/notesSlide14.xml" Id="R0c3ede1fb43f48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17d2e50ab4aef" /><Relationship Type="http://schemas.openxmlformats.org/officeDocument/2006/relationships/notesSlide" Target="/ppt/notesSlides/notesSlide15.xml" Id="Rd23c70dc0cd147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6a5f00bd419c" /><Relationship Type="http://schemas.openxmlformats.org/officeDocument/2006/relationships/notesSlide" Target="/ppt/notesSlides/notesSlide16.xml" Id="R117d0563d61d48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baefa62e74859" /><Relationship Type="http://schemas.openxmlformats.org/officeDocument/2006/relationships/notesSlide" Target="/ppt/notesSlides/notesSlide17.xml" Id="R5bda5431eaed45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180dd4e284ea5" /><Relationship Type="http://schemas.openxmlformats.org/officeDocument/2006/relationships/notesSlide" Target="/ppt/notesSlides/notesSlide18.xml" Id="R935efd3c0a8542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f9173960d42dc" /><Relationship Type="http://schemas.openxmlformats.org/officeDocument/2006/relationships/notesSlide" Target="/ppt/notesSlides/notesSlide19.xml" Id="Rf974c5f9db6648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1-week">
            <a:extLst xmlns:a="http://schemas.openxmlformats.org/drawingml/2006/main">
              <a:ext uri="{FF2B5EF4-FFF2-40B4-BE49-F238E27FC236}">
                <a16:creationId xmlns:a16="http://schemas.microsoft.com/office/drawing/2014/main" id="{BAE27BB6-D034-42F7-BF4E-AAC22F6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01</a:t>
            </a:r>
          </a:p>
        </p:txBody>
      </p:sp>
      <p:sp>
        <p:nvSpPr>
          <p:cNvPr id="2" name="W02-S01-label">
            <a:extLst xmlns:a="http://schemas.openxmlformats.org/drawingml/2006/main">
              <a:ext uri="{FF2B5EF4-FFF2-40B4-BE49-F238E27FC236}">
                <a16:creationId xmlns:a16="http://schemas.microsoft.com/office/drawing/2014/main" id="{1FD96237-960D-4315-950F-A69DDCAA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주차 타이틀</a:t>
            </a:r>
          </a:p>
        </p:txBody>
      </p:sp>
      <p:sp>
        <p:nvSpPr>
          <p:cNvPr id="3" name="W02-S01-brand">
            <a:extLst xmlns:a="http://schemas.openxmlformats.org/drawingml/2006/main">
              <a:ext uri="{FF2B5EF4-FFF2-40B4-BE49-F238E27FC236}">
                <a16:creationId xmlns:a16="http://schemas.microsoft.com/office/drawing/2014/main" id="{50BDAEEF-DF23-4304-AC92-B0907DD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1-id">
            <a:extLst xmlns:a="http://schemas.openxmlformats.org/drawingml/2006/main">
              <a:ext uri="{FF2B5EF4-FFF2-40B4-BE49-F238E27FC236}">
                <a16:creationId xmlns:a16="http://schemas.microsoft.com/office/drawing/2014/main" id="{5F42AA4C-EA60-47A3-A56E-8E703EF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W02-S01</a:t>
            </a:r>
          </a:p>
        </p:txBody>
      </p:sp>
      <p:sp>
        <p:nvSpPr>
          <p:cNvPr id="5" name="W02-S01-giant-week">
            <a:extLst xmlns:a="http://schemas.openxmlformats.org/drawingml/2006/main">
              <a:ext uri="{FF2B5EF4-FFF2-40B4-BE49-F238E27FC236}">
                <a16:creationId xmlns:a16="http://schemas.microsoft.com/office/drawing/2014/main" id="{ECAE5F27-4999-4556-A569-C2FA6770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65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W02</a:t>
            </a:r>
          </a:p>
        </p:txBody>
      </p:sp>
      <p:sp>
        <p:nvSpPr>
          <p:cNvPr id="6" name="W02-S01-title-rule">
            <a:extLst xmlns:a="http://schemas.openxmlformats.org/drawingml/2006/main">
              <a:ext uri="{FF2B5EF4-FFF2-40B4-BE49-F238E27FC236}">
                <a16:creationId xmlns:a16="http://schemas.microsoft.com/office/drawing/2014/main" id="{3C40F21A-A177-44C6-A12D-E9A95BA2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38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2-S01-body">
            <a:extLst xmlns:a="http://schemas.openxmlformats.org/drawingml/2006/main">
              <a:ext uri="{FF2B5EF4-FFF2-40B4-BE49-F238E27FC236}">
                <a16:creationId xmlns:a16="http://schemas.microsoft.com/office/drawing/2014/main" id="{56ED38B7-B414-4EF4-86C1-D5329ED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438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W02 / 내면아이와 지금의 내가 만나는 자리</a:t>
            </a:r>
          </a:p>
        </p:txBody>
      </p:sp>
      <p:sp>
        <p:nvSpPr>
          <p:cNvPr id="8" name="W02-S01-prompt">
            <a:extLst xmlns:a="http://schemas.openxmlformats.org/drawingml/2006/main">
              <a:ext uri="{FF2B5EF4-FFF2-40B4-BE49-F238E27FC236}">
                <a16:creationId xmlns:a16="http://schemas.microsoft.com/office/drawing/2014/main" id="{031EB7BB-AC95-4C15-9069-0E9BD80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ARRIVE  ·  DRAW  ·  READ  ·  CONNECT</a:t>
            </a:r>
          </a:p>
        </p:txBody>
      </p:sp>
      <p:sp>
        <p:nvSpPr>
          <p:cNvPr id="9" name="W02-S01-circle">
            <a:extLst xmlns:a="http://schemas.openxmlformats.org/drawingml/2006/main">
              <a:ext uri="{FF2B5EF4-FFF2-40B4-BE49-F238E27FC236}">
                <a16:creationId xmlns:a16="http://schemas.microsoft.com/office/drawing/2014/main" id="{97DA6F19-BBD9-4AC6-905A-F445A378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3900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10" name="W02-S01-circle-line">
            <a:extLst xmlns:a="http://schemas.openxmlformats.org/drawingml/2006/main">
              <a:ext uri="{FF2B5EF4-FFF2-40B4-BE49-F238E27FC236}">
                <a16:creationId xmlns:a16="http://schemas.microsoft.com/office/drawing/2014/main" id="{99113BAA-FD72-4E49-AE8B-E09245E2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9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468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2-week">
            <a:extLst xmlns:a="http://schemas.openxmlformats.org/drawingml/2006/main">
              <a:ext uri="{FF2B5EF4-FFF2-40B4-BE49-F238E27FC236}">
                <a16:creationId xmlns:a16="http://schemas.microsoft.com/office/drawing/2014/main" id="{EB5DD596-64A4-4FA0-96B4-6CD4A86D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02</a:t>
            </a:r>
          </a:p>
        </p:txBody>
      </p:sp>
      <p:sp>
        <p:nvSpPr>
          <p:cNvPr id="2" name="W02-S02-label">
            <a:extLst xmlns:a="http://schemas.openxmlformats.org/drawingml/2006/main">
              <a:ext uri="{FF2B5EF4-FFF2-40B4-BE49-F238E27FC236}">
                <a16:creationId xmlns:a16="http://schemas.microsoft.com/office/drawing/2014/main" id="{0F4EC9EC-A192-42E0-8289-CCCA4A0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오늘의 장면</a:t>
            </a:r>
          </a:p>
        </p:txBody>
      </p:sp>
      <p:sp>
        <p:nvSpPr>
          <p:cNvPr id="3" name="W02-S02-brand">
            <a:extLst xmlns:a="http://schemas.openxmlformats.org/drawingml/2006/main">
              <a:ext uri="{FF2B5EF4-FFF2-40B4-BE49-F238E27FC236}">
                <a16:creationId xmlns:a16="http://schemas.microsoft.com/office/drawing/2014/main" id="{B54C2E78-47E0-4DDA-AE93-1766433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2-id">
            <a:extLst xmlns:a="http://schemas.openxmlformats.org/drawingml/2006/main">
              <a:ext uri="{FF2B5EF4-FFF2-40B4-BE49-F238E27FC236}">
                <a16:creationId xmlns:a16="http://schemas.microsoft.com/office/drawing/2014/main" id="{63C9D922-7C41-4868-A567-1E4C1B5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W02-S02</a:t>
            </a:r>
          </a:p>
        </p:txBody>
      </p:sp>
      <p:sp>
        <p:nvSpPr>
          <p:cNvPr id="5" name="W02-S02-backword">
            <a:extLst xmlns:a="http://schemas.openxmlformats.org/drawingml/2006/main">
              <a:ext uri="{FF2B5EF4-FFF2-40B4-BE49-F238E27FC236}">
                <a16:creationId xmlns:a16="http://schemas.microsoft.com/office/drawing/2014/main" id="{5DB2693F-BA55-4110-A2C6-F9B5A96F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0" b="1">
                <a:solidFill>
                  <a:srgbClr val="D16D4F">
                    <a:alpha val="2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D16D4F">
                    <a:alpha val="25000"/>
                  </a:srgbClr>
                </a:solidFill>
                <a:latin typeface="Noto Sans KR"/>
                <a:ea typeface="Noto Sans KR"/>
                <a:cs typeface="Noto Sans KR"/>
              </a:rPr>
              <a:t>SCENE</a:t>
            </a:r>
          </a:p>
        </p:txBody>
      </p:sp>
      <p:sp>
        <p:nvSpPr>
          <p:cNvPr id="6" name="W02-S02-accent">
            <a:extLst xmlns:a="http://schemas.openxmlformats.org/drawingml/2006/main">
              <a:ext uri="{FF2B5EF4-FFF2-40B4-BE49-F238E27FC236}">
                <a16:creationId xmlns:a16="http://schemas.microsoft.com/office/drawing/2014/main" id="{C87C0B95-69A2-44CA-8BEF-BA60F18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095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7" name="W02-S02-body">
            <a:extLst xmlns:a="http://schemas.openxmlformats.org/drawingml/2006/main">
              <a:ext uri="{FF2B5EF4-FFF2-40B4-BE49-F238E27FC236}">
                <a16:creationId xmlns:a16="http://schemas.microsoft.com/office/drawing/2014/main" id="{64B70B11-7411-4B35-AA9D-270F2682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352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오래전의 나와 지금의 내가 같은 장면에 들어옵니다.</a:t>
            </a:r>
          </a:p>
        </p:txBody>
      </p:sp>
      <p:sp>
        <p:nvSpPr>
          <p:cNvPr id="8" name="W02-S02-pause">
            <a:extLst xmlns:a="http://schemas.openxmlformats.org/drawingml/2006/main">
              <a:ext uri="{FF2B5EF4-FFF2-40B4-BE49-F238E27FC236}">
                <a16:creationId xmlns:a16="http://schemas.microsoft.com/office/drawing/2014/main" id="{BC9F7DB1-EE0D-4ABF-8F64-AC5E73A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잠시 머물러 봅니다.</a:t>
            </a:r>
          </a:p>
        </p:txBody>
      </p:sp>
    </p:spTree>
    <p:extLst>
      <p:ext uri="{BB962C8B-B14F-4D97-AF65-F5344CB8AC3E}">
        <p14:creationId xmlns:p14="http://schemas.microsoft.com/office/powerpoint/2010/main" val="95854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3-week">
            <a:extLst xmlns:a="http://schemas.openxmlformats.org/drawingml/2006/main">
              <a:ext uri="{FF2B5EF4-FFF2-40B4-BE49-F238E27FC236}">
                <a16:creationId xmlns:a16="http://schemas.microsoft.com/office/drawing/2014/main" id="{84D7DA13-5DD3-41B0-A38E-28260426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03</a:t>
            </a:r>
          </a:p>
        </p:txBody>
      </p:sp>
      <p:sp>
        <p:nvSpPr>
          <p:cNvPr id="2" name="W02-S03-label">
            <a:extLst xmlns:a="http://schemas.openxmlformats.org/drawingml/2006/main">
              <a:ext uri="{FF2B5EF4-FFF2-40B4-BE49-F238E27FC236}">
                <a16:creationId xmlns:a16="http://schemas.microsoft.com/office/drawing/2014/main" id="{8CACDAB5-1B89-4DAF-8004-0AB4394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상태 한 단어</a:t>
            </a:r>
          </a:p>
        </p:txBody>
      </p:sp>
      <p:sp>
        <p:nvSpPr>
          <p:cNvPr id="3" name="W02-S03-brand">
            <a:extLst xmlns:a="http://schemas.openxmlformats.org/drawingml/2006/main">
              <a:ext uri="{FF2B5EF4-FFF2-40B4-BE49-F238E27FC236}">
                <a16:creationId xmlns:a16="http://schemas.microsoft.com/office/drawing/2014/main" id="{BD9EAEE6-5986-4288-8150-8A1C6A8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3-id">
            <a:extLst xmlns:a="http://schemas.openxmlformats.org/drawingml/2006/main">
              <a:ext uri="{FF2B5EF4-FFF2-40B4-BE49-F238E27FC236}">
                <a16:creationId xmlns:a16="http://schemas.microsoft.com/office/drawing/2014/main" id="{7B7985D9-C90B-410E-9141-D1F9A2D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W02-S03</a:t>
            </a:r>
          </a:p>
        </p:txBody>
      </p:sp>
      <p:sp>
        <p:nvSpPr>
          <p:cNvPr id="5" name="W02-S03-q">
            <a:extLst xmlns:a="http://schemas.openxmlformats.org/drawingml/2006/main">
              <a:ext uri="{FF2B5EF4-FFF2-40B4-BE49-F238E27FC236}">
                <a16:creationId xmlns:a16="http://schemas.microsoft.com/office/drawing/2014/main" id="{4087B092-1CE6-4B0F-94D9-01A4244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2-S03-body">
            <a:extLst xmlns:a="http://schemas.openxmlformats.org/drawingml/2006/main">
              <a:ext uri="{FF2B5EF4-FFF2-40B4-BE49-F238E27FC236}">
                <a16:creationId xmlns:a16="http://schemas.microsoft.com/office/drawing/2014/main" id="{C9A9A3D2-C34F-4164-B501-A2293211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감정과 몸의 상태를 한 단어로 적어주세요.</a:t>
            </a:r>
          </a:p>
        </p:txBody>
      </p:sp>
      <p:sp>
        <p:nvSpPr>
          <p:cNvPr id="7" name="W02-S03-under">
            <a:extLst xmlns:a="http://schemas.openxmlformats.org/drawingml/2006/main">
              <a:ext uri="{FF2B5EF4-FFF2-40B4-BE49-F238E27FC236}">
                <a16:creationId xmlns:a16="http://schemas.microsoft.com/office/drawing/2014/main" id="{A9E71D89-3A4B-4D74-8DEB-135539B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03-cue">
            <a:extLst xmlns:a="http://schemas.openxmlformats.org/drawingml/2006/main">
              <a:ext uri="{FF2B5EF4-FFF2-40B4-BE49-F238E27FC236}">
                <a16:creationId xmlns:a16="http://schemas.microsoft.com/office/drawing/2014/main" id="{CB5C3D38-1BEE-429F-9441-BDB5E36D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294455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4-week">
            <a:extLst xmlns:a="http://schemas.openxmlformats.org/drawingml/2006/main">
              <a:ext uri="{FF2B5EF4-FFF2-40B4-BE49-F238E27FC236}">
                <a16:creationId xmlns:a16="http://schemas.microsoft.com/office/drawing/2014/main" id="{2F28B085-6DFE-43E9-AB8F-5418DBD1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04</a:t>
            </a:r>
          </a:p>
        </p:txBody>
      </p:sp>
      <p:sp>
        <p:nvSpPr>
          <p:cNvPr id="2" name="W02-S04-label">
            <a:extLst xmlns:a="http://schemas.openxmlformats.org/drawingml/2006/main">
              <a:ext uri="{FF2B5EF4-FFF2-40B4-BE49-F238E27FC236}">
                <a16:creationId xmlns:a16="http://schemas.microsoft.com/office/drawing/2014/main" id="{B31F60A7-73D9-4B8E-997E-C6A6DC15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참여 선택권</a:t>
            </a:r>
          </a:p>
        </p:txBody>
      </p:sp>
      <p:sp>
        <p:nvSpPr>
          <p:cNvPr id="3" name="W02-S04-brand">
            <a:extLst xmlns:a="http://schemas.openxmlformats.org/drawingml/2006/main">
              <a:ext uri="{FF2B5EF4-FFF2-40B4-BE49-F238E27FC236}">
                <a16:creationId xmlns:a16="http://schemas.microsoft.com/office/drawing/2014/main" id="{75D90CB0-813F-4657-BC9C-3625BD4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4-id">
            <a:extLst xmlns:a="http://schemas.openxmlformats.org/drawingml/2006/main">
              <a:ext uri="{FF2B5EF4-FFF2-40B4-BE49-F238E27FC236}">
                <a16:creationId xmlns:a16="http://schemas.microsoft.com/office/drawing/2014/main" id="{791379F2-E898-4C84-9585-9DD8852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W02-S04</a:t>
            </a:r>
          </a:p>
        </p:txBody>
      </p:sp>
      <p:sp>
        <p:nvSpPr>
          <p:cNvPr id="5" name="W02-S04-choice">
            <a:extLst xmlns:a="http://schemas.openxmlformats.org/drawingml/2006/main">
              <a:ext uri="{FF2B5EF4-FFF2-40B4-BE49-F238E27FC236}">
                <a16:creationId xmlns:a16="http://schemas.microsoft.com/office/drawing/2014/main" id="{ADBFB68F-A0E2-4FC4-9E7F-CCEA1BC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0" b="1">
                <a:solidFill>
                  <a:srgbClr val="D16D4F">
                    <a:alpha val="3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000" b="1">
                <a:solidFill>
                  <a:srgbClr val="D16D4F">
                    <a:alpha val="35000"/>
                  </a:srgbClr>
                </a:solidFill>
                <a:latin typeface="Noto Sans KR"/>
                <a:ea typeface="Noto Sans KR"/>
                <a:cs typeface="Noto Sans KR"/>
              </a:rPr>
              <a:t>CHOICE</a:t>
            </a:r>
          </a:p>
        </p:txBody>
      </p:sp>
      <p:sp>
        <p:nvSpPr>
          <p:cNvPr id="6" name="W02-S04-body">
            <a:extLst xmlns:a="http://schemas.openxmlformats.org/drawingml/2006/main">
              <a:ext uri="{FF2B5EF4-FFF2-40B4-BE49-F238E27FC236}">
                <a16:creationId xmlns:a16="http://schemas.microsoft.com/office/drawing/2014/main" id="{760E4143-4708-4C39-BFAF-A56BF88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62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않아도, 질문을 건너뛰어도, 잠시 쉬어가도 괜찮습니다.</a:t>
            </a:r>
          </a:p>
        </p:txBody>
      </p:sp>
      <p:sp>
        <p:nvSpPr>
          <p:cNvPr id="7" name="W02-S04-opt-rule-0">
            <a:extLst xmlns:a="http://schemas.openxmlformats.org/drawingml/2006/main">
              <a:ext uri="{FF2B5EF4-FFF2-40B4-BE49-F238E27FC236}">
                <a16:creationId xmlns:a16="http://schemas.microsoft.com/office/drawing/2014/main" id="{345C8B7C-FEE6-4566-9A1D-AE02ACB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04-opt-0">
            <a:extLst xmlns:a="http://schemas.openxmlformats.org/drawingml/2006/main">
              <a:ext uri="{FF2B5EF4-FFF2-40B4-BE49-F238E27FC236}">
                <a16:creationId xmlns:a16="http://schemas.microsoft.com/office/drawing/2014/main" id="{7BECF04E-EA17-4451-BD70-F30D4F4D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않기</a:t>
            </a:r>
          </a:p>
        </p:txBody>
      </p:sp>
      <p:sp>
        <p:nvSpPr>
          <p:cNvPr id="9" name="W02-S04-opt-rule-1">
            <a:extLst xmlns:a="http://schemas.openxmlformats.org/drawingml/2006/main">
              <a:ext uri="{FF2B5EF4-FFF2-40B4-BE49-F238E27FC236}">
                <a16:creationId xmlns:a16="http://schemas.microsoft.com/office/drawing/2014/main" id="{18815921-B836-404D-ABE2-1BBBE0C4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0" name="W02-S04-opt-1">
            <a:extLst xmlns:a="http://schemas.openxmlformats.org/drawingml/2006/main">
              <a:ext uri="{FF2B5EF4-FFF2-40B4-BE49-F238E27FC236}">
                <a16:creationId xmlns:a16="http://schemas.microsoft.com/office/drawing/2014/main" id="{75C4E456-C8DA-4D0B-942D-EBB83EB4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건너뛰기</a:t>
            </a:r>
          </a:p>
        </p:txBody>
      </p:sp>
      <p:sp>
        <p:nvSpPr>
          <p:cNvPr id="11" name="W02-S04-opt-rule-2">
            <a:extLst xmlns:a="http://schemas.openxmlformats.org/drawingml/2006/main">
              <a:ext uri="{FF2B5EF4-FFF2-40B4-BE49-F238E27FC236}">
                <a16:creationId xmlns:a16="http://schemas.microsoft.com/office/drawing/2014/main" id="{3247DDB7-3B98-48D5-B45F-8B5A827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2" name="W02-S04-opt-2">
            <a:extLst xmlns:a="http://schemas.openxmlformats.org/drawingml/2006/main">
              <a:ext uri="{FF2B5EF4-FFF2-40B4-BE49-F238E27FC236}">
                <a16:creationId xmlns:a16="http://schemas.microsoft.com/office/drawing/2014/main" id="{05BB8C0F-2362-442E-8FA3-03B05E4C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잠시 쉬기</a:t>
            </a:r>
          </a:p>
        </p:txBody>
      </p:sp>
    </p:spTree>
    <p:extLst>
      <p:ext uri="{BB962C8B-B14F-4D97-AF65-F5344CB8AC3E}">
        <p14:creationId xmlns:p14="http://schemas.microsoft.com/office/powerpoint/2010/main" val="1825458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5-week">
            <a:extLst xmlns:a="http://schemas.openxmlformats.org/drawingml/2006/main">
              <a:ext uri="{FF2B5EF4-FFF2-40B4-BE49-F238E27FC236}">
                <a16:creationId xmlns:a16="http://schemas.microsoft.com/office/drawing/2014/main" id="{40A35280-9525-4554-B325-7770D1E4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05</a:t>
            </a:r>
          </a:p>
        </p:txBody>
      </p:sp>
      <p:sp>
        <p:nvSpPr>
          <p:cNvPr id="2" name="W02-S05-label">
            <a:extLst xmlns:a="http://schemas.openxmlformats.org/drawingml/2006/main">
              <a:ext uri="{FF2B5EF4-FFF2-40B4-BE49-F238E27FC236}">
                <a16:creationId xmlns:a16="http://schemas.microsoft.com/office/drawing/2014/main" id="{C582258F-5E51-4769-8F0B-E6E93700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돌아보기</a:t>
            </a:r>
          </a:p>
        </p:txBody>
      </p:sp>
      <p:sp>
        <p:nvSpPr>
          <p:cNvPr id="3" name="W02-S05-brand">
            <a:extLst xmlns:a="http://schemas.openxmlformats.org/drawingml/2006/main">
              <a:ext uri="{FF2B5EF4-FFF2-40B4-BE49-F238E27FC236}">
                <a16:creationId xmlns:a16="http://schemas.microsoft.com/office/drawing/2014/main" id="{8D61A9A3-E4FB-4A30-99BE-7604783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5-id">
            <a:extLst xmlns:a="http://schemas.openxmlformats.org/drawingml/2006/main">
              <a:ext uri="{FF2B5EF4-FFF2-40B4-BE49-F238E27FC236}">
                <a16:creationId xmlns:a16="http://schemas.microsoft.com/office/drawing/2014/main" id="{8062CD39-C4A9-47F9-8B3E-74B1D52F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W02-S05</a:t>
            </a:r>
          </a:p>
        </p:txBody>
      </p:sp>
      <p:sp>
        <p:nvSpPr>
          <p:cNvPr id="5" name="W02-S05-index">
            <a:extLst xmlns:a="http://schemas.openxmlformats.org/drawingml/2006/main">
              <a:ext uri="{FF2B5EF4-FFF2-40B4-BE49-F238E27FC236}">
                <a16:creationId xmlns:a16="http://schemas.microsoft.com/office/drawing/2014/main" id="{04FDD6F6-68D3-4EBA-87FB-DA2179B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↺</a:t>
            </a:r>
          </a:p>
        </p:txBody>
      </p:sp>
      <p:sp>
        <p:nvSpPr>
          <p:cNvPr id="6" name="W02-S05-body">
            <a:extLst xmlns:a="http://schemas.openxmlformats.org/drawingml/2006/main">
              <a:ext uri="{FF2B5EF4-FFF2-40B4-BE49-F238E27FC236}">
                <a16:creationId xmlns:a16="http://schemas.microsoft.com/office/drawing/2014/main" id="{84274C39-9D8E-4E93-A02D-E58CE0B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2954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마음의 날씨에서 반복된 것은 무엇이었나요?</a:t>
            </a:r>
          </a:p>
        </p:txBody>
      </p:sp>
      <p:sp>
        <p:nvSpPr>
          <p:cNvPr id="7" name="W02-S05-cue">
            <a:extLst xmlns:a="http://schemas.openxmlformats.org/drawingml/2006/main">
              <a:ext uri="{FF2B5EF4-FFF2-40B4-BE49-F238E27FC236}">
                <a16:creationId xmlns:a16="http://schemas.microsoft.com/office/drawing/2014/main" id="{927A5608-57B6-4D58-9943-4E715E9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58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성과보다 알아차림을 돌아봅니다.</a:t>
            </a:r>
          </a:p>
        </p:txBody>
      </p:sp>
      <p:sp>
        <p:nvSpPr>
          <p:cNvPr id="8" name="W02-S05-rule">
            <a:extLst xmlns:a="http://schemas.openxmlformats.org/drawingml/2006/main">
              <a:ext uri="{FF2B5EF4-FFF2-40B4-BE49-F238E27FC236}">
                <a16:creationId xmlns:a16="http://schemas.microsoft.com/office/drawing/2014/main" id="{FD6EAFDD-E14D-4972-9F3A-87B81C86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4589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6-week">
            <a:extLst xmlns:a="http://schemas.openxmlformats.org/drawingml/2006/main">
              <a:ext uri="{FF2B5EF4-FFF2-40B4-BE49-F238E27FC236}">
                <a16:creationId xmlns:a16="http://schemas.microsoft.com/office/drawing/2014/main" id="{E102E00F-3CD7-44DC-B0E0-8A3E8B01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06</a:t>
            </a:r>
          </a:p>
        </p:txBody>
      </p:sp>
      <p:sp>
        <p:nvSpPr>
          <p:cNvPr id="2" name="W02-S06-label">
            <a:extLst xmlns:a="http://schemas.openxmlformats.org/drawingml/2006/main">
              <a:ext uri="{FF2B5EF4-FFF2-40B4-BE49-F238E27FC236}">
                <a16:creationId xmlns:a16="http://schemas.microsoft.com/office/drawing/2014/main" id="{60A83410-4814-4114-A6C3-79BB1B7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오프닝 스토리</a:t>
            </a:r>
          </a:p>
        </p:txBody>
      </p:sp>
      <p:sp>
        <p:nvSpPr>
          <p:cNvPr id="3" name="W02-S06-brand">
            <a:extLst xmlns:a="http://schemas.openxmlformats.org/drawingml/2006/main">
              <a:ext uri="{FF2B5EF4-FFF2-40B4-BE49-F238E27FC236}">
                <a16:creationId xmlns:a16="http://schemas.microsoft.com/office/drawing/2014/main" id="{89930721-602A-48EF-89A3-3018957B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6-id">
            <a:extLst xmlns:a="http://schemas.openxmlformats.org/drawingml/2006/main">
              <a:ext uri="{FF2B5EF4-FFF2-40B4-BE49-F238E27FC236}">
                <a16:creationId xmlns:a16="http://schemas.microsoft.com/office/drawing/2014/main" id="{E2E14E5B-89A8-498A-8089-0CED035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W02-S06</a:t>
            </a:r>
          </a:p>
        </p:txBody>
      </p:sp>
      <p:sp>
        <p:nvSpPr>
          <p:cNvPr id="5" name="W02-S06-story-label">
            <a:extLst xmlns:a="http://schemas.openxmlformats.org/drawingml/2006/main">
              <a:ext uri="{FF2B5EF4-FFF2-40B4-BE49-F238E27FC236}">
                <a16:creationId xmlns:a16="http://schemas.microsoft.com/office/drawing/2014/main" id="{10410420-E62C-4F8E-A788-D641B65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STORY</a:t>
            </a:r>
          </a:p>
        </p:txBody>
      </p:sp>
      <p:sp>
        <p:nvSpPr>
          <p:cNvPr id="6" name="W02-S06-split">
            <a:extLst xmlns:a="http://schemas.openxmlformats.org/drawingml/2006/main">
              <a:ext uri="{FF2B5EF4-FFF2-40B4-BE49-F238E27FC236}">
                <a16:creationId xmlns:a16="http://schemas.microsoft.com/office/drawing/2014/main" id="{3E2A9BCE-12FB-47F5-873B-3A91F60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8575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W02-S06-body">
            <a:extLst xmlns:a="http://schemas.openxmlformats.org/drawingml/2006/main">
              <a:ext uri="{FF2B5EF4-FFF2-40B4-BE49-F238E27FC236}">
                <a16:creationId xmlns:a16="http://schemas.microsoft.com/office/drawing/2014/main" id="{6B4F8E73-941E-417C-8D87-D598401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990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오래전의 내가 어느 장소에서 기다리고 있습니다. 현재의 내가 그 장소에 도착합니다. 두 사람은 아직 아무 말도 하지 않았습니다.</a:t>
            </a:r>
          </a:p>
        </p:txBody>
      </p:sp>
      <p:sp>
        <p:nvSpPr>
          <p:cNvPr id="8" name="W02-S06-pause">
            <a:extLst xmlns:a="http://schemas.openxmlformats.org/drawingml/2006/main">
              <a:ext uri="{FF2B5EF4-FFF2-40B4-BE49-F238E27FC236}">
                <a16:creationId xmlns:a16="http://schemas.microsoft.com/office/drawing/2014/main" id="{337EF634-C4A6-4D4F-BC88-D8CE958E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676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문장 사이에 짧은 침묵을 둡니다.</a:t>
            </a:r>
          </a:p>
        </p:txBody>
      </p:sp>
    </p:spTree>
    <p:extLst>
      <p:ext uri="{BB962C8B-B14F-4D97-AF65-F5344CB8AC3E}">
        <p14:creationId xmlns:p14="http://schemas.microsoft.com/office/powerpoint/2010/main" val="308106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7-week">
            <a:extLst xmlns:a="http://schemas.openxmlformats.org/drawingml/2006/main">
              <a:ext uri="{FF2B5EF4-FFF2-40B4-BE49-F238E27FC236}">
                <a16:creationId xmlns:a16="http://schemas.microsoft.com/office/drawing/2014/main" id="{A2ED4231-EBCD-4F7F-A96F-C37DAA6C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07</a:t>
            </a:r>
          </a:p>
        </p:txBody>
      </p:sp>
      <p:sp>
        <p:nvSpPr>
          <p:cNvPr id="2" name="W02-S07-label">
            <a:extLst xmlns:a="http://schemas.openxmlformats.org/drawingml/2006/main">
              <a:ext uri="{FF2B5EF4-FFF2-40B4-BE49-F238E27FC236}">
                <a16:creationId xmlns:a16="http://schemas.microsoft.com/office/drawing/2014/main" id="{E18C0E67-4F76-450E-B391-FC23D6D7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활동 주제 공개</a:t>
            </a:r>
          </a:p>
        </p:txBody>
      </p:sp>
      <p:sp>
        <p:nvSpPr>
          <p:cNvPr id="3" name="W02-S07-brand">
            <a:extLst xmlns:a="http://schemas.openxmlformats.org/drawingml/2006/main">
              <a:ext uri="{FF2B5EF4-FFF2-40B4-BE49-F238E27FC236}">
                <a16:creationId xmlns:a16="http://schemas.microsoft.com/office/drawing/2014/main" id="{9EAEBB85-53EB-432E-8A79-DF8FCF2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7-id">
            <a:extLst xmlns:a="http://schemas.openxmlformats.org/drawingml/2006/main">
              <a:ext uri="{FF2B5EF4-FFF2-40B4-BE49-F238E27FC236}">
                <a16:creationId xmlns:a16="http://schemas.microsoft.com/office/drawing/2014/main" id="{37D01DFC-6CF9-46CE-AE82-27EF2E6D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W02-S07</a:t>
            </a:r>
          </a:p>
        </p:txBody>
      </p:sp>
      <p:sp>
        <p:nvSpPr>
          <p:cNvPr id="5" name="W02-S07-activity">
            <a:extLst xmlns:a="http://schemas.openxmlformats.org/drawingml/2006/main">
              <a:ext uri="{FF2B5EF4-FFF2-40B4-BE49-F238E27FC236}">
                <a16:creationId xmlns:a16="http://schemas.microsoft.com/office/drawing/2014/main" id="{5F7EE15A-AB43-4ADD-AFE5-AE03B58E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485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3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33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ACTIVITY</a:t>
            </a:r>
          </a:p>
        </p:txBody>
      </p:sp>
      <p:sp>
        <p:nvSpPr>
          <p:cNvPr id="6" name="W02-S07-body">
            <a:extLst xmlns:a="http://schemas.openxmlformats.org/drawingml/2006/main">
              <a:ext uri="{FF2B5EF4-FFF2-40B4-BE49-F238E27FC236}">
                <a16:creationId xmlns:a16="http://schemas.microsoft.com/office/drawing/2014/main" id="{9E42E9D6-E218-496E-99DB-DB8A01B8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562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ACTIVITY / 오래전의 나와 지금의 내가 만나는 장면</a:t>
            </a:r>
          </a:p>
        </p:txBody>
      </p:sp>
      <p:sp>
        <p:nvSpPr>
          <p:cNvPr id="7" name="W02-S07-activity-rule">
            <a:extLst xmlns:a="http://schemas.openxmlformats.org/drawingml/2006/main">
              <a:ext uri="{FF2B5EF4-FFF2-40B4-BE49-F238E27FC236}">
                <a16:creationId xmlns:a16="http://schemas.microsoft.com/office/drawing/2014/main" id="{FB5B5DEE-EDAC-4D3A-A0BB-0A9103CB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313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8-week">
            <a:extLst xmlns:a="http://schemas.openxmlformats.org/drawingml/2006/main">
              <a:ext uri="{FF2B5EF4-FFF2-40B4-BE49-F238E27FC236}">
                <a16:creationId xmlns:a16="http://schemas.microsoft.com/office/drawing/2014/main" id="{6FFE9D89-46C7-4EAD-9CF9-DC52E6B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08</a:t>
            </a:r>
          </a:p>
        </p:txBody>
      </p:sp>
      <p:sp>
        <p:nvSpPr>
          <p:cNvPr id="2" name="W02-S08-label">
            <a:extLst xmlns:a="http://schemas.openxmlformats.org/drawingml/2006/main">
              <a:ext uri="{FF2B5EF4-FFF2-40B4-BE49-F238E27FC236}">
                <a16:creationId xmlns:a16="http://schemas.microsoft.com/office/drawing/2014/main" id="{7AAF654F-7C56-40F3-ADD0-837548FA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재료 준비</a:t>
            </a:r>
          </a:p>
        </p:txBody>
      </p:sp>
      <p:sp>
        <p:nvSpPr>
          <p:cNvPr id="3" name="W02-S08-brand">
            <a:extLst xmlns:a="http://schemas.openxmlformats.org/drawingml/2006/main">
              <a:ext uri="{FF2B5EF4-FFF2-40B4-BE49-F238E27FC236}">
                <a16:creationId xmlns:a16="http://schemas.microsoft.com/office/drawing/2014/main" id="{6BB99653-4A05-4ED2-9151-EA71A19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8-id">
            <a:extLst xmlns:a="http://schemas.openxmlformats.org/drawingml/2006/main">
              <a:ext uri="{FF2B5EF4-FFF2-40B4-BE49-F238E27FC236}">
                <a16:creationId xmlns:a16="http://schemas.microsoft.com/office/drawing/2014/main" id="{969E71EE-13FB-4530-BA15-49FB0E94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W02-S08</a:t>
            </a:r>
          </a:p>
        </p:txBody>
      </p:sp>
      <p:sp>
        <p:nvSpPr>
          <p:cNvPr id="5" name="W02-S08-body">
            <a:extLst xmlns:a="http://schemas.openxmlformats.org/drawingml/2006/main">
              <a:ext uri="{FF2B5EF4-FFF2-40B4-BE49-F238E27FC236}">
                <a16:creationId xmlns:a16="http://schemas.microsoft.com/office/drawing/2014/main" id="{B98E6ED9-CBC3-4E6F-9A49-E74FF1D3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스케치북 · 색연필 · 워크북을 준비합니다.</a:t>
            </a:r>
          </a:p>
        </p:txBody>
      </p:sp>
      <p:sp>
        <p:nvSpPr>
          <p:cNvPr id="6" name="W02-S08-prep-circle-0">
            <a:extLst xmlns:a="http://schemas.openxmlformats.org/drawingml/2006/main">
              <a:ext uri="{FF2B5EF4-FFF2-40B4-BE49-F238E27FC236}">
                <a16:creationId xmlns:a16="http://schemas.microsoft.com/office/drawing/2014/main" id="{20180E63-F74A-4952-8931-1B7045E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7" name="W02-S08-prep-en-0">
            <a:extLst xmlns:a="http://schemas.openxmlformats.org/drawingml/2006/main">
              <a:ext uri="{FF2B5EF4-FFF2-40B4-BE49-F238E27FC236}">
                <a16:creationId xmlns:a16="http://schemas.microsoft.com/office/drawing/2014/main" id="{8D7CA484-ABC2-4BC1-A8D2-1142E91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SKETCHBOOK</a:t>
            </a:r>
          </a:p>
        </p:txBody>
      </p:sp>
      <p:sp>
        <p:nvSpPr>
          <p:cNvPr id="8" name="W02-S08-prep-ko-0">
            <a:extLst xmlns:a="http://schemas.openxmlformats.org/drawingml/2006/main">
              <a:ext uri="{FF2B5EF4-FFF2-40B4-BE49-F238E27FC236}">
                <a16:creationId xmlns:a16="http://schemas.microsoft.com/office/drawing/2014/main" id="{C9D26BA9-1EF7-4B6A-AFC3-A5A7F11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그림의 자리</a:t>
            </a:r>
          </a:p>
        </p:txBody>
      </p:sp>
      <p:sp>
        <p:nvSpPr>
          <p:cNvPr id="9" name="W02-S08-prep-rule-0">
            <a:extLst xmlns:a="http://schemas.openxmlformats.org/drawingml/2006/main">
              <a:ext uri="{FF2B5EF4-FFF2-40B4-BE49-F238E27FC236}">
                <a16:creationId xmlns:a16="http://schemas.microsoft.com/office/drawing/2014/main" id="{0FF7AB6C-A399-4C0F-97A8-7CC65C71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0" name="W02-S08-prep-circle-1">
            <a:extLst xmlns:a="http://schemas.openxmlformats.org/drawingml/2006/main">
              <a:ext uri="{FF2B5EF4-FFF2-40B4-BE49-F238E27FC236}">
                <a16:creationId xmlns:a16="http://schemas.microsoft.com/office/drawing/2014/main" id="{60C3027C-BE19-4D3C-A86B-58A83F0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11" name="W02-S08-prep-en-1">
            <a:extLst xmlns:a="http://schemas.openxmlformats.org/drawingml/2006/main">
              <a:ext uri="{FF2B5EF4-FFF2-40B4-BE49-F238E27FC236}">
                <a16:creationId xmlns:a16="http://schemas.microsoft.com/office/drawing/2014/main" id="{47FE264D-F376-465B-82B7-66863712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COLOR PENCILS</a:t>
            </a:r>
          </a:p>
        </p:txBody>
      </p:sp>
      <p:sp>
        <p:nvSpPr>
          <p:cNvPr id="12" name="W02-S08-prep-ko-1">
            <a:extLst xmlns:a="http://schemas.openxmlformats.org/drawingml/2006/main">
              <a:ext uri="{FF2B5EF4-FFF2-40B4-BE49-F238E27FC236}">
                <a16:creationId xmlns:a16="http://schemas.microsoft.com/office/drawing/2014/main" id="{F9906D38-8907-41DD-9F5C-ADBB8FFC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표현의 도구</a:t>
            </a:r>
          </a:p>
        </p:txBody>
      </p:sp>
      <p:sp>
        <p:nvSpPr>
          <p:cNvPr id="13" name="W02-S08-prep-rule-1">
            <a:extLst xmlns:a="http://schemas.openxmlformats.org/drawingml/2006/main">
              <a:ext uri="{FF2B5EF4-FFF2-40B4-BE49-F238E27FC236}">
                <a16:creationId xmlns:a16="http://schemas.microsoft.com/office/drawing/2014/main" id="{EFFDAD95-F65F-48E7-BD51-E86ABDC9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4" name="W02-S08-prep-circle-2">
            <a:extLst xmlns:a="http://schemas.openxmlformats.org/drawingml/2006/main">
              <a:ext uri="{FF2B5EF4-FFF2-40B4-BE49-F238E27FC236}">
                <a16:creationId xmlns:a16="http://schemas.microsoft.com/office/drawing/2014/main" id="{A16E1B68-3299-4B3C-A34B-820D9C4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15" name="W02-S08-prep-en-2">
            <a:extLst xmlns:a="http://schemas.openxmlformats.org/drawingml/2006/main">
              <a:ext uri="{FF2B5EF4-FFF2-40B4-BE49-F238E27FC236}">
                <a16:creationId xmlns:a16="http://schemas.microsoft.com/office/drawing/2014/main" id="{A919D19C-6FE5-40F5-9512-103BC92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WORKBOOK</a:t>
            </a:r>
          </a:p>
        </p:txBody>
      </p:sp>
      <p:sp>
        <p:nvSpPr>
          <p:cNvPr id="16" name="W02-S08-prep-ko-2">
            <a:extLst xmlns:a="http://schemas.openxmlformats.org/drawingml/2006/main">
              <a:ext uri="{FF2B5EF4-FFF2-40B4-BE49-F238E27FC236}">
                <a16:creationId xmlns:a16="http://schemas.microsoft.com/office/drawing/2014/main" id="{065B3DA0-6954-46EB-B7A6-DF127B5B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발견의 기록</a:t>
            </a:r>
          </a:p>
        </p:txBody>
      </p:sp>
      <p:sp>
        <p:nvSpPr>
          <p:cNvPr id="17" name="W02-S08-prep-rule-2">
            <a:extLst xmlns:a="http://schemas.openxmlformats.org/drawingml/2006/main">
              <a:ext uri="{FF2B5EF4-FFF2-40B4-BE49-F238E27FC236}">
                <a16:creationId xmlns:a16="http://schemas.microsoft.com/office/drawing/2014/main" id="{C03E9139-C52A-4C62-BA83-AB5F40CB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475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09-week">
            <a:extLst xmlns:a="http://schemas.openxmlformats.org/drawingml/2006/main">
              <a:ext uri="{FF2B5EF4-FFF2-40B4-BE49-F238E27FC236}">
                <a16:creationId xmlns:a16="http://schemas.microsoft.com/office/drawing/2014/main" id="{65926819-0959-4502-9B66-6AAEED2E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09</a:t>
            </a:r>
          </a:p>
        </p:txBody>
      </p:sp>
      <p:sp>
        <p:nvSpPr>
          <p:cNvPr id="2" name="W02-S09-label">
            <a:extLst xmlns:a="http://schemas.openxmlformats.org/drawingml/2006/main">
              <a:ext uri="{FF2B5EF4-FFF2-40B4-BE49-F238E27FC236}">
                <a16:creationId xmlns:a16="http://schemas.microsoft.com/office/drawing/2014/main" id="{E10481B7-3110-427E-A555-8885AC0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 안내</a:t>
            </a:r>
          </a:p>
        </p:txBody>
      </p:sp>
      <p:sp>
        <p:nvSpPr>
          <p:cNvPr id="3" name="W02-S09-brand">
            <a:extLst xmlns:a="http://schemas.openxmlformats.org/drawingml/2006/main">
              <a:ext uri="{FF2B5EF4-FFF2-40B4-BE49-F238E27FC236}">
                <a16:creationId xmlns:a16="http://schemas.microsoft.com/office/drawing/2014/main" id="{BA8CEAEE-E894-411D-B6F3-2126138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09-id">
            <a:extLst xmlns:a="http://schemas.openxmlformats.org/drawingml/2006/main">
              <a:ext uri="{FF2B5EF4-FFF2-40B4-BE49-F238E27FC236}">
                <a16:creationId xmlns:a16="http://schemas.microsoft.com/office/drawing/2014/main" id="{9A205ECA-E4E8-4357-B361-409D1D48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W02-S09</a:t>
            </a:r>
          </a:p>
        </p:txBody>
      </p:sp>
      <p:sp>
        <p:nvSpPr>
          <p:cNvPr id="5" name="W02-S09-guide">
            <a:extLst xmlns:a="http://schemas.openxmlformats.org/drawingml/2006/main">
              <a:ext uri="{FF2B5EF4-FFF2-40B4-BE49-F238E27FC236}">
                <a16:creationId xmlns:a16="http://schemas.microsoft.com/office/drawing/2014/main" id="{7DF02BA2-8C12-48D3-819D-3C16DB8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DRAWING GUIDE</a:t>
            </a:r>
          </a:p>
        </p:txBody>
      </p:sp>
      <p:sp>
        <p:nvSpPr>
          <p:cNvPr id="6" name="W02-S09-body">
            <a:extLst xmlns:a="http://schemas.openxmlformats.org/drawingml/2006/main">
              <a:ext uri="{FF2B5EF4-FFF2-40B4-BE49-F238E27FC236}">
                <a16:creationId xmlns:a16="http://schemas.microsoft.com/office/drawing/2014/main" id="{997CB6B1-4862-4770-A8E9-C949BBF4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52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두 사람의 거리, 방향, 손, 시선과 보호물을 자유롭게 배치합니다.</a:t>
            </a:r>
          </a:p>
        </p:txBody>
      </p:sp>
      <p:sp>
        <p:nvSpPr>
          <p:cNvPr id="7" name="W02-S09-guide-circle-0">
            <a:extLst xmlns:a="http://schemas.openxmlformats.org/drawingml/2006/main">
              <a:ext uri="{FF2B5EF4-FFF2-40B4-BE49-F238E27FC236}">
                <a16:creationId xmlns:a16="http://schemas.microsoft.com/office/drawing/2014/main" id="{BB532A51-1B61-4252-9385-5B4D6C3F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8" name="W02-S09-guide-line-0">
            <a:extLst xmlns:a="http://schemas.openxmlformats.org/drawingml/2006/main">
              <a:ext uri="{FF2B5EF4-FFF2-40B4-BE49-F238E27FC236}">
                <a16:creationId xmlns:a16="http://schemas.microsoft.com/office/drawing/2014/main" id="{C4ADE1B3-140B-4E9E-B848-5398A22C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2-S09-guide-circle-1">
            <a:extLst xmlns:a="http://schemas.openxmlformats.org/drawingml/2006/main">
              <a:ext uri="{FF2B5EF4-FFF2-40B4-BE49-F238E27FC236}">
                <a16:creationId xmlns:a16="http://schemas.microsoft.com/office/drawing/2014/main" id="{7FC267E5-0A50-4000-B8E2-4BDFB600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0" name="W02-S09-guide-line-1">
            <a:extLst xmlns:a="http://schemas.openxmlformats.org/drawingml/2006/main">
              <a:ext uri="{FF2B5EF4-FFF2-40B4-BE49-F238E27FC236}">
                <a16:creationId xmlns:a16="http://schemas.microsoft.com/office/drawing/2014/main" id="{8C65F377-E90D-4533-92FD-6D5A049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2-S09-guide-circle-2">
            <a:extLst xmlns:a="http://schemas.openxmlformats.org/drawingml/2006/main">
              <a:ext uri="{FF2B5EF4-FFF2-40B4-BE49-F238E27FC236}">
                <a16:creationId xmlns:a16="http://schemas.microsoft.com/office/drawing/2014/main" id="{1F461F4B-E51E-4DFC-A999-34CFC6AF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2" name="W02-S09-guide-line-2">
            <a:extLst xmlns:a="http://schemas.openxmlformats.org/drawingml/2006/main">
              <a:ext uri="{FF2B5EF4-FFF2-40B4-BE49-F238E27FC236}">
                <a16:creationId xmlns:a16="http://schemas.microsoft.com/office/drawing/2014/main" id="{78161278-6241-41CE-B1A5-9C534157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2-S09-guide-circle-3">
            <a:extLst xmlns:a="http://schemas.openxmlformats.org/drawingml/2006/main">
              <a:ext uri="{FF2B5EF4-FFF2-40B4-BE49-F238E27FC236}">
                <a16:creationId xmlns:a16="http://schemas.microsoft.com/office/drawing/2014/main" id="{D662F681-B860-4147-98FD-30A56153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4" name="W02-S09-guide-line-3">
            <a:extLst xmlns:a="http://schemas.openxmlformats.org/drawingml/2006/main">
              <a:ext uri="{FF2B5EF4-FFF2-40B4-BE49-F238E27FC236}">
                <a16:creationId xmlns:a16="http://schemas.microsoft.com/office/drawing/2014/main" id="{D8CB7B0F-7854-440D-8E7E-8B0FB0EF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5" name="W02-S09-choice">
            <a:extLst xmlns:a="http://schemas.openxmlformats.org/drawingml/2006/main">
              <a:ext uri="{FF2B5EF4-FFF2-40B4-BE49-F238E27FC236}">
                <a16:creationId xmlns:a16="http://schemas.microsoft.com/office/drawing/2014/main" id="{C6202DB8-4252-46A7-BD17-6AE4980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105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모두 넣을 필요는 없습니다. 선 · 색 · 거리 · 빈 공간도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103893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0-week">
            <a:extLst xmlns:a="http://schemas.openxmlformats.org/drawingml/2006/main">
              <a:ext uri="{FF2B5EF4-FFF2-40B4-BE49-F238E27FC236}">
                <a16:creationId xmlns:a16="http://schemas.microsoft.com/office/drawing/2014/main" id="{605A823F-8C9A-4FD5-88B9-A79A402F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10</a:t>
            </a:r>
          </a:p>
        </p:txBody>
      </p:sp>
      <p:sp>
        <p:nvSpPr>
          <p:cNvPr id="2" name="W02-S10-label">
            <a:extLst xmlns:a="http://schemas.openxmlformats.org/drawingml/2006/main">
              <a:ext uri="{FF2B5EF4-FFF2-40B4-BE49-F238E27FC236}">
                <a16:creationId xmlns:a16="http://schemas.microsoft.com/office/drawing/2014/main" id="{76DFEAD2-19F7-4299-A175-3E5AF75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활동 중 한 문장</a:t>
            </a:r>
          </a:p>
        </p:txBody>
      </p:sp>
      <p:sp>
        <p:nvSpPr>
          <p:cNvPr id="3" name="W02-S10-brand">
            <a:extLst xmlns:a="http://schemas.openxmlformats.org/drawingml/2006/main">
              <a:ext uri="{FF2B5EF4-FFF2-40B4-BE49-F238E27FC236}">
                <a16:creationId xmlns:a16="http://schemas.microsoft.com/office/drawing/2014/main" id="{8B35B108-5B80-45CF-855C-F971AA2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0-id">
            <a:extLst xmlns:a="http://schemas.openxmlformats.org/drawingml/2006/main">
              <a:ext uri="{FF2B5EF4-FFF2-40B4-BE49-F238E27FC236}">
                <a16:creationId xmlns:a16="http://schemas.microsoft.com/office/drawing/2014/main" id="{C6D919C2-58F0-4E66-B5BA-40BDED64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W02-S10</a:t>
            </a:r>
          </a:p>
        </p:txBody>
      </p:sp>
      <p:sp>
        <p:nvSpPr>
          <p:cNvPr id="5" name="W02-S10-accent-top">
            <a:extLst xmlns:a="http://schemas.openxmlformats.org/drawingml/2006/main">
              <a:ext uri="{FF2B5EF4-FFF2-40B4-BE49-F238E27FC236}">
                <a16:creationId xmlns:a16="http://schemas.microsoft.com/office/drawing/2014/main" id="{E7BE93E3-9370-49DF-B3D1-B5D40DB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6" name="W02-S10-body">
            <a:extLst xmlns:a="http://schemas.openxmlformats.org/drawingml/2006/main">
              <a:ext uri="{FF2B5EF4-FFF2-40B4-BE49-F238E27FC236}">
                <a16:creationId xmlns:a16="http://schemas.microsoft.com/office/drawing/2014/main" id="{87C9EEFC-6D74-44E5-8B01-EA3FA09D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33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가까이 가지 않아도 됩니다. 안전한 거리부터 시작합니다.</a:t>
            </a:r>
          </a:p>
        </p:txBody>
      </p:sp>
      <p:sp>
        <p:nvSpPr>
          <p:cNvPr id="7" name="W02-S10-small">
            <a:extLst xmlns:a="http://schemas.openxmlformats.org/drawingml/2006/main">
              <a:ext uri="{FF2B5EF4-FFF2-40B4-BE49-F238E27FC236}">
                <a16:creationId xmlns:a16="http://schemas.microsoft.com/office/drawing/2014/main" id="{DBD0C27C-84BA-456D-A46F-B4C8265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YOUR PACE IS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727806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1-week">
            <a:extLst xmlns:a="http://schemas.openxmlformats.org/drawingml/2006/main">
              <a:ext uri="{FF2B5EF4-FFF2-40B4-BE49-F238E27FC236}">
                <a16:creationId xmlns:a16="http://schemas.microsoft.com/office/drawing/2014/main" id="{AEED04A6-97A0-4B4F-B9F9-930DF38D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11</a:t>
            </a:r>
          </a:p>
        </p:txBody>
      </p:sp>
      <p:sp>
        <p:nvSpPr>
          <p:cNvPr id="2" name="W02-S11-label">
            <a:extLst xmlns:a="http://schemas.openxmlformats.org/drawingml/2006/main">
              <a:ext uri="{FF2B5EF4-FFF2-40B4-BE49-F238E27FC236}">
                <a16:creationId xmlns:a16="http://schemas.microsoft.com/office/drawing/2014/main" id="{F6FDC5FD-F6FD-484C-8D36-F59BD1F3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그림 활동</a:t>
            </a:r>
          </a:p>
        </p:txBody>
      </p:sp>
      <p:sp>
        <p:nvSpPr>
          <p:cNvPr id="3" name="W02-S11-brand">
            <a:extLst xmlns:a="http://schemas.openxmlformats.org/drawingml/2006/main">
              <a:ext uri="{FF2B5EF4-FFF2-40B4-BE49-F238E27FC236}">
                <a16:creationId xmlns:a16="http://schemas.microsoft.com/office/drawing/2014/main" id="{F4402842-A64D-4062-A8A2-90A5362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1-id">
            <a:extLst xmlns:a="http://schemas.openxmlformats.org/drawingml/2006/main">
              <a:ext uri="{FF2B5EF4-FFF2-40B4-BE49-F238E27FC236}">
                <a16:creationId xmlns:a16="http://schemas.microsoft.com/office/drawing/2014/main" id="{6B66EF19-FD37-487C-9401-B8BC64B1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W02-S11</a:t>
            </a:r>
          </a:p>
        </p:txBody>
      </p:sp>
      <p:sp>
        <p:nvSpPr>
          <p:cNvPr id="5" name="W02-S11-number">
            <a:extLst xmlns:a="http://schemas.openxmlformats.org/drawingml/2006/main">
              <a:ext uri="{FF2B5EF4-FFF2-40B4-BE49-F238E27FC236}">
                <a16:creationId xmlns:a16="http://schemas.microsoft.com/office/drawing/2014/main" id="{4CD9D3B4-562E-4F14-AF17-2D3E791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57250"/>
            <a:ext cx="866775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W02-S11-min">
            <a:extLst xmlns:a="http://schemas.openxmlformats.org/drawingml/2006/main">
              <a:ext uri="{FF2B5EF4-FFF2-40B4-BE49-F238E27FC236}">
                <a16:creationId xmlns:a16="http://schemas.microsoft.com/office/drawing/2014/main" id="{15548130-143F-4BB4-BE87-D62D70C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MIN</a:t>
            </a:r>
          </a:p>
        </p:txBody>
      </p:sp>
      <p:sp>
        <p:nvSpPr>
          <p:cNvPr id="7" name="W02-S11-body">
            <a:extLst xmlns:a="http://schemas.openxmlformats.org/drawingml/2006/main">
              <a:ext uri="{FF2B5EF4-FFF2-40B4-BE49-F238E27FC236}">
                <a16:creationId xmlns:a16="http://schemas.microsoft.com/office/drawing/2014/main" id="{EA769769-0272-4B63-8A23-8B1CCC2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 MIN / 그림을 시작합니다.</a:t>
            </a:r>
          </a:p>
        </p:txBody>
      </p:sp>
      <p:sp>
        <p:nvSpPr>
          <p:cNvPr id="8" name="W02-S11-timer-rule">
            <a:extLst xmlns:a="http://schemas.openxmlformats.org/drawingml/2006/main">
              <a:ext uri="{FF2B5EF4-FFF2-40B4-BE49-F238E27FC236}">
                <a16:creationId xmlns:a16="http://schemas.microsoft.com/office/drawing/2014/main" id="{9CD3F459-D77F-4173-B19E-26BF4CA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143750"/>
            <a:ext cx="542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8589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2-week">
            <a:extLst xmlns:a="http://schemas.openxmlformats.org/drawingml/2006/main">
              <a:ext uri="{FF2B5EF4-FFF2-40B4-BE49-F238E27FC236}">
                <a16:creationId xmlns:a16="http://schemas.microsoft.com/office/drawing/2014/main" id="{E66A78EC-F46E-4DD1-86B6-3C677C6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12</a:t>
            </a:r>
          </a:p>
        </p:txBody>
      </p:sp>
      <p:sp>
        <p:nvSpPr>
          <p:cNvPr id="2" name="W02-S12-label">
            <a:extLst xmlns:a="http://schemas.openxmlformats.org/drawingml/2006/main">
              <a:ext uri="{FF2B5EF4-FFF2-40B4-BE49-F238E27FC236}">
                <a16:creationId xmlns:a16="http://schemas.microsoft.com/office/drawing/2014/main" id="{65750BFE-C88D-4AC7-B6FA-83597D72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작품 바라보기</a:t>
            </a:r>
          </a:p>
        </p:txBody>
      </p:sp>
      <p:sp>
        <p:nvSpPr>
          <p:cNvPr id="3" name="W02-S12-brand">
            <a:extLst xmlns:a="http://schemas.openxmlformats.org/drawingml/2006/main">
              <a:ext uri="{FF2B5EF4-FFF2-40B4-BE49-F238E27FC236}">
                <a16:creationId xmlns:a16="http://schemas.microsoft.com/office/drawing/2014/main" id="{3291119E-CA06-46AA-8D12-8D51B03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2-id">
            <a:extLst xmlns:a="http://schemas.openxmlformats.org/drawingml/2006/main">
              <a:ext uri="{FF2B5EF4-FFF2-40B4-BE49-F238E27FC236}">
                <a16:creationId xmlns:a16="http://schemas.microsoft.com/office/drawing/2014/main" id="{EB464A04-6AB3-474A-B158-0DF5C66A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W02-S12</a:t>
            </a:r>
          </a:p>
        </p:txBody>
      </p:sp>
      <p:sp>
        <p:nvSpPr>
          <p:cNvPr id="5" name="W02-S12-observe">
            <a:extLst xmlns:a="http://schemas.openxmlformats.org/drawingml/2006/main">
              <a:ext uri="{FF2B5EF4-FFF2-40B4-BE49-F238E27FC236}">
                <a16:creationId xmlns:a16="http://schemas.microsoft.com/office/drawing/2014/main" id="{C12F62D3-58F5-4283-9F57-93DF465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00" b="1">
                <a:solidFill>
                  <a:srgbClr val="D16D4F">
                    <a:alpha val="6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D16D4F">
                    <a:alpha val="60000"/>
                  </a:srgbClr>
                </a:solidFill>
                <a:latin typeface="Noto Sans KR"/>
                <a:ea typeface="Noto Sans KR"/>
                <a:cs typeface="Noto Sans KR"/>
              </a:rPr>
              <a:t>LOOK AGAIN</a:t>
            </a:r>
          </a:p>
        </p:txBody>
      </p:sp>
      <p:sp>
        <p:nvSpPr>
          <p:cNvPr id="6" name="W02-S12-body">
            <a:extLst xmlns:a="http://schemas.openxmlformats.org/drawingml/2006/main">
              <a:ext uri="{FF2B5EF4-FFF2-40B4-BE49-F238E27FC236}">
                <a16:creationId xmlns:a16="http://schemas.microsoft.com/office/drawing/2014/main" id="{AEC46100-0793-450D-A79D-31597F96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304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그림을 바꾸기 전에 먼저 그대로 바라봅니다.</a:t>
            </a:r>
          </a:p>
        </p:txBody>
      </p:sp>
      <p:sp>
        <p:nvSpPr>
          <p:cNvPr id="7" name="W02-S12-tlh">
            <a:extLst xmlns:a="http://schemas.openxmlformats.org/drawingml/2006/main">
              <a:ext uri="{FF2B5EF4-FFF2-40B4-BE49-F238E27FC236}">
                <a16:creationId xmlns:a16="http://schemas.microsoft.com/office/drawing/2014/main" id="{12ACF791-4E13-4E68-A415-411BD4DD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12-tlv">
            <a:extLst xmlns:a="http://schemas.openxmlformats.org/drawingml/2006/main">
              <a:ext uri="{FF2B5EF4-FFF2-40B4-BE49-F238E27FC236}">
                <a16:creationId xmlns:a16="http://schemas.microsoft.com/office/drawing/2014/main" id="{1A0036AE-CE9B-4D16-9C19-A00F86A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9" name="W02-S12-trh">
            <a:extLst xmlns:a="http://schemas.openxmlformats.org/drawingml/2006/main">
              <a:ext uri="{FF2B5EF4-FFF2-40B4-BE49-F238E27FC236}">
                <a16:creationId xmlns:a16="http://schemas.microsoft.com/office/drawing/2014/main" id="{393B74FC-15F9-4E7F-92E0-800227B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0" name="W02-S12-trv">
            <a:extLst xmlns:a="http://schemas.openxmlformats.org/drawingml/2006/main">
              <a:ext uri="{FF2B5EF4-FFF2-40B4-BE49-F238E27FC236}">
                <a16:creationId xmlns:a16="http://schemas.microsoft.com/office/drawing/2014/main" id="{49A22629-8C34-43C7-BB2D-A38D911C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1" name="W02-S12-blh">
            <a:extLst xmlns:a="http://schemas.openxmlformats.org/drawingml/2006/main">
              <a:ext uri="{FF2B5EF4-FFF2-40B4-BE49-F238E27FC236}">
                <a16:creationId xmlns:a16="http://schemas.microsoft.com/office/drawing/2014/main" id="{BF00903C-695E-4AEB-AD40-A64E341B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2" name="W02-S12-blv">
            <a:extLst xmlns:a="http://schemas.openxmlformats.org/drawingml/2006/main">
              <a:ext uri="{FF2B5EF4-FFF2-40B4-BE49-F238E27FC236}">
                <a16:creationId xmlns:a16="http://schemas.microsoft.com/office/drawing/2014/main" id="{A206D48C-D349-409D-8A77-EC00D42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3" name="W02-S12-brh">
            <a:extLst xmlns:a="http://schemas.openxmlformats.org/drawingml/2006/main">
              <a:ext uri="{FF2B5EF4-FFF2-40B4-BE49-F238E27FC236}">
                <a16:creationId xmlns:a16="http://schemas.microsoft.com/office/drawing/2014/main" id="{839730A5-FD85-4B29-BB06-F455408B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4" name="W02-S12-brv">
            <a:extLst xmlns:a="http://schemas.openxmlformats.org/drawingml/2006/main">
              <a:ext uri="{FF2B5EF4-FFF2-40B4-BE49-F238E27FC236}">
                <a16:creationId xmlns:a16="http://schemas.microsoft.com/office/drawing/2014/main" id="{2CB8DD07-1FDB-4098-88ED-478E94B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36406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3-week">
            <a:extLst xmlns:a="http://schemas.openxmlformats.org/drawingml/2006/main">
              <a:ext uri="{FF2B5EF4-FFF2-40B4-BE49-F238E27FC236}">
                <a16:creationId xmlns:a16="http://schemas.microsoft.com/office/drawing/2014/main" id="{BEF5F584-7FF4-4AC9-ACAC-AEE30F2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13</a:t>
            </a:r>
          </a:p>
        </p:txBody>
      </p:sp>
      <p:sp>
        <p:nvSpPr>
          <p:cNvPr id="2" name="W02-S13-label">
            <a:extLst xmlns:a="http://schemas.openxmlformats.org/drawingml/2006/main">
              <a:ext uri="{FF2B5EF4-FFF2-40B4-BE49-F238E27FC236}">
                <a16:creationId xmlns:a16="http://schemas.microsoft.com/office/drawing/2014/main" id="{FB779D2E-7608-4D3C-9750-C1C9929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관찰 질문</a:t>
            </a:r>
          </a:p>
        </p:txBody>
      </p:sp>
      <p:sp>
        <p:nvSpPr>
          <p:cNvPr id="3" name="W02-S13-brand">
            <a:extLst xmlns:a="http://schemas.openxmlformats.org/drawingml/2006/main">
              <a:ext uri="{FF2B5EF4-FFF2-40B4-BE49-F238E27FC236}">
                <a16:creationId xmlns:a16="http://schemas.microsoft.com/office/drawing/2014/main" id="{90072C86-68AC-448F-A1AB-3481043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3-id">
            <a:extLst xmlns:a="http://schemas.openxmlformats.org/drawingml/2006/main">
              <a:ext uri="{FF2B5EF4-FFF2-40B4-BE49-F238E27FC236}">
                <a16:creationId xmlns:a16="http://schemas.microsoft.com/office/drawing/2014/main" id="{E15523AA-2EBB-4068-8FAF-02EE11B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W02-S13</a:t>
            </a:r>
          </a:p>
        </p:txBody>
      </p:sp>
      <p:sp>
        <p:nvSpPr>
          <p:cNvPr id="5" name="W02-S13-q">
            <a:extLst xmlns:a="http://schemas.openxmlformats.org/drawingml/2006/main">
              <a:ext uri="{FF2B5EF4-FFF2-40B4-BE49-F238E27FC236}">
                <a16:creationId xmlns:a16="http://schemas.microsoft.com/office/drawing/2014/main" id="{B387FE80-40BA-4238-87FE-3EA67BC1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2-S13-body">
            <a:extLst xmlns:a="http://schemas.openxmlformats.org/drawingml/2006/main">
              <a:ext uri="{FF2B5EF4-FFF2-40B4-BE49-F238E27FC236}">
                <a16:creationId xmlns:a16="http://schemas.microsoft.com/office/drawing/2014/main" id="{EFA81FB3-C6AF-4774-A9B4-525D5F43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누가 먼저 보이고, 두 사람 사이의 거리는 어떻게 느껴지나요?</a:t>
            </a:r>
          </a:p>
        </p:txBody>
      </p:sp>
      <p:sp>
        <p:nvSpPr>
          <p:cNvPr id="7" name="W02-S13-under">
            <a:extLst xmlns:a="http://schemas.openxmlformats.org/drawingml/2006/main">
              <a:ext uri="{FF2B5EF4-FFF2-40B4-BE49-F238E27FC236}">
                <a16:creationId xmlns:a16="http://schemas.microsoft.com/office/drawing/2014/main" id="{2193270C-B5A1-4385-837C-57DE4B68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13-cue">
            <a:extLst xmlns:a="http://schemas.openxmlformats.org/drawingml/2006/main">
              <a:ext uri="{FF2B5EF4-FFF2-40B4-BE49-F238E27FC236}">
                <a16:creationId xmlns:a16="http://schemas.microsoft.com/office/drawing/2014/main" id="{0F63FA1A-B595-4422-8C34-B5CCF6E6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1556461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4-week">
            <a:extLst xmlns:a="http://schemas.openxmlformats.org/drawingml/2006/main">
              <a:ext uri="{FF2B5EF4-FFF2-40B4-BE49-F238E27FC236}">
                <a16:creationId xmlns:a16="http://schemas.microsoft.com/office/drawing/2014/main" id="{F16AF8D5-EA0F-4F53-BB21-8D8290A8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14</a:t>
            </a:r>
          </a:p>
        </p:txBody>
      </p:sp>
      <p:sp>
        <p:nvSpPr>
          <p:cNvPr id="2" name="W02-S14-label">
            <a:extLst xmlns:a="http://schemas.openxmlformats.org/drawingml/2006/main">
              <a:ext uri="{FF2B5EF4-FFF2-40B4-BE49-F238E27FC236}">
                <a16:creationId xmlns:a16="http://schemas.microsoft.com/office/drawing/2014/main" id="{EBA95430-3FD3-456E-A56A-526117C7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주인공 발화</a:t>
            </a:r>
          </a:p>
        </p:txBody>
      </p:sp>
      <p:sp>
        <p:nvSpPr>
          <p:cNvPr id="3" name="W02-S14-brand">
            <a:extLst xmlns:a="http://schemas.openxmlformats.org/drawingml/2006/main">
              <a:ext uri="{FF2B5EF4-FFF2-40B4-BE49-F238E27FC236}">
                <a16:creationId xmlns:a16="http://schemas.microsoft.com/office/drawing/2014/main" id="{0D58AE03-5CF5-4C99-AAEC-9E2F4A9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4-id">
            <a:extLst xmlns:a="http://schemas.openxmlformats.org/drawingml/2006/main">
              <a:ext uri="{FF2B5EF4-FFF2-40B4-BE49-F238E27FC236}">
                <a16:creationId xmlns:a16="http://schemas.microsoft.com/office/drawing/2014/main" id="{EF314A51-EEF6-4FA5-9230-E61C8BAF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W02-S14</a:t>
            </a:r>
          </a:p>
        </p:txBody>
      </p:sp>
      <p:sp>
        <p:nvSpPr>
          <p:cNvPr id="5" name="W02-S14-q">
            <a:extLst xmlns:a="http://schemas.openxmlformats.org/drawingml/2006/main">
              <a:ext uri="{FF2B5EF4-FFF2-40B4-BE49-F238E27FC236}">
                <a16:creationId xmlns:a16="http://schemas.microsoft.com/office/drawing/2014/main" id="{8D61D857-00B7-48D4-A038-AAF8FD1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7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6" name="W02-S14-body">
            <a:extLst xmlns:a="http://schemas.openxmlformats.org/drawingml/2006/main">
              <a:ext uri="{FF2B5EF4-FFF2-40B4-BE49-F238E27FC236}">
                <a16:creationId xmlns:a16="http://schemas.microsoft.com/office/drawing/2014/main" id="{A1DF9482-2B91-402B-971D-D5C598D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어린 내가 한 문장을 말한다면 뭐라고 할까요?</a:t>
            </a:r>
          </a:p>
        </p:txBody>
      </p:sp>
      <p:sp>
        <p:nvSpPr>
          <p:cNvPr id="7" name="W02-S14-under">
            <a:extLst xmlns:a="http://schemas.openxmlformats.org/drawingml/2006/main">
              <a:ext uri="{FF2B5EF4-FFF2-40B4-BE49-F238E27FC236}">
                <a16:creationId xmlns:a16="http://schemas.microsoft.com/office/drawing/2014/main" id="{A6CDD0A9-459B-4372-9E3E-49623369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14-cue">
            <a:extLst xmlns:a="http://schemas.openxmlformats.org/drawingml/2006/main">
              <a:ext uri="{FF2B5EF4-FFF2-40B4-BE49-F238E27FC236}">
                <a16:creationId xmlns:a16="http://schemas.microsoft.com/office/drawing/2014/main" id="{83FE5847-2712-45E9-9AB8-ED20985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 문장으로 들려주세요.</a:t>
            </a:r>
          </a:p>
        </p:txBody>
      </p:sp>
    </p:spTree>
    <p:extLst>
      <p:ext uri="{BB962C8B-B14F-4D97-AF65-F5344CB8AC3E}">
        <p14:creationId xmlns:p14="http://schemas.microsoft.com/office/powerpoint/2010/main" val="7024423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5-week">
            <a:extLst xmlns:a="http://schemas.openxmlformats.org/drawingml/2006/main">
              <a:ext uri="{FF2B5EF4-FFF2-40B4-BE49-F238E27FC236}">
                <a16:creationId xmlns:a16="http://schemas.microsoft.com/office/drawing/2014/main" id="{6D3BCC5A-F60A-4910-A849-6BF1C0FA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15</a:t>
            </a:r>
          </a:p>
        </p:txBody>
      </p:sp>
      <p:sp>
        <p:nvSpPr>
          <p:cNvPr id="2" name="W02-S15-label">
            <a:extLst xmlns:a="http://schemas.openxmlformats.org/drawingml/2006/main">
              <a:ext uri="{FF2B5EF4-FFF2-40B4-BE49-F238E27FC236}">
                <a16:creationId xmlns:a16="http://schemas.microsoft.com/office/drawing/2014/main" id="{8DB0D289-4EB6-451F-A774-F7E92D4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관계·갈등 탐색</a:t>
            </a:r>
          </a:p>
        </p:txBody>
      </p:sp>
      <p:sp>
        <p:nvSpPr>
          <p:cNvPr id="3" name="W02-S15-brand">
            <a:extLst xmlns:a="http://schemas.openxmlformats.org/drawingml/2006/main">
              <a:ext uri="{FF2B5EF4-FFF2-40B4-BE49-F238E27FC236}">
                <a16:creationId xmlns:a16="http://schemas.microsoft.com/office/drawing/2014/main" id="{3B97962B-E28E-4D23-AC41-462B50A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5-id">
            <a:extLst xmlns:a="http://schemas.openxmlformats.org/drawingml/2006/main">
              <a:ext uri="{FF2B5EF4-FFF2-40B4-BE49-F238E27FC236}">
                <a16:creationId xmlns:a16="http://schemas.microsoft.com/office/drawing/2014/main" id="{9EC4E1C7-0BC7-4F4C-B224-B9F2D8DE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W02-S15</a:t>
            </a:r>
          </a:p>
        </p:txBody>
      </p:sp>
      <p:sp>
        <p:nvSpPr>
          <p:cNvPr id="5" name="W02-S15-tension">
            <a:extLst xmlns:a="http://schemas.openxmlformats.org/drawingml/2006/main">
              <a:ext uri="{FF2B5EF4-FFF2-40B4-BE49-F238E27FC236}">
                <a16:creationId xmlns:a16="http://schemas.microsoft.com/office/drawing/2014/main" id="{5560D726-6214-4346-A61B-E7A9AEA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TENSION / NEED</a:t>
            </a:r>
          </a:p>
        </p:txBody>
      </p:sp>
      <p:sp>
        <p:nvSpPr>
          <p:cNvPr id="6" name="W02-S15-axis-h">
            <a:extLst xmlns:a="http://schemas.openxmlformats.org/drawingml/2006/main">
              <a:ext uri="{FF2B5EF4-FFF2-40B4-BE49-F238E27FC236}">
                <a16:creationId xmlns:a16="http://schemas.microsoft.com/office/drawing/2014/main" id="{C6ECF528-00C3-46FD-95D1-404138F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1428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2-S15-axis-v">
            <a:extLst xmlns:a="http://schemas.openxmlformats.org/drawingml/2006/main">
              <a:ext uri="{FF2B5EF4-FFF2-40B4-BE49-F238E27FC236}">
                <a16:creationId xmlns:a16="http://schemas.microsoft.com/office/drawing/2014/main" id="{B00678FF-BBA2-4FD0-A024-D63D7BD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2-S15-axis-dot">
            <a:extLst xmlns:a="http://schemas.openxmlformats.org/drawingml/2006/main">
              <a:ext uri="{FF2B5EF4-FFF2-40B4-BE49-F238E27FC236}">
                <a16:creationId xmlns:a16="http://schemas.microsoft.com/office/drawing/2014/main" id="{EB276E68-A14E-43B0-B3B8-DD060BC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9" name="W02-S15-body">
            <a:extLst xmlns:a="http://schemas.openxmlformats.org/drawingml/2006/main">
              <a:ext uri="{FF2B5EF4-FFF2-40B4-BE49-F238E27FC236}">
                <a16:creationId xmlns:a16="http://schemas.microsoft.com/office/drawing/2014/main" id="{C9630479-BEB7-4CA6-8DCB-3C6DCBF3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428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원하는 것, 두려운 것, 자신을 지키기 위해 한 것은 무엇인가요?</a:t>
            </a:r>
          </a:p>
        </p:txBody>
      </p:sp>
      <p:sp>
        <p:nvSpPr>
          <p:cNvPr id="10" name="W02-S15-axis-left">
            <a:extLst xmlns:a="http://schemas.openxmlformats.org/drawingml/2006/main">
              <a:ext uri="{FF2B5EF4-FFF2-40B4-BE49-F238E27FC236}">
                <a16:creationId xmlns:a16="http://schemas.microsoft.com/office/drawing/2014/main" id="{B1D70CAF-E148-4048-A7EA-342FCA0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지켜준 것</a:t>
            </a:r>
          </a:p>
        </p:txBody>
      </p:sp>
      <p:sp>
        <p:nvSpPr>
          <p:cNvPr id="11" name="W02-S15-axis-right">
            <a:extLst xmlns:a="http://schemas.openxmlformats.org/drawingml/2006/main">
              <a:ext uri="{FF2B5EF4-FFF2-40B4-BE49-F238E27FC236}">
                <a16:creationId xmlns:a16="http://schemas.microsoft.com/office/drawing/2014/main" id="{DDD462F5-0FE6-4A52-A886-214F146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지금 필요한 것</a:t>
            </a:r>
          </a:p>
        </p:txBody>
      </p:sp>
    </p:spTree>
    <p:extLst>
      <p:ext uri="{BB962C8B-B14F-4D97-AF65-F5344CB8AC3E}">
        <p14:creationId xmlns:p14="http://schemas.microsoft.com/office/powerpoint/2010/main" val="404258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6-week">
            <a:extLst xmlns:a="http://schemas.openxmlformats.org/drawingml/2006/main">
              <a:ext uri="{FF2B5EF4-FFF2-40B4-BE49-F238E27FC236}">
                <a16:creationId xmlns:a16="http://schemas.microsoft.com/office/drawing/2014/main" id="{C06C8338-068E-4D07-8698-B065F57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16</a:t>
            </a:r>
          </a:p>
        </p:txBody>
      </p:sp>
      <p:sp>
        <p:nvSpPr>
          <p:cNvPr id="2" name="W02-S16-label">
            <a:extLst xmlns:a="http://schemas.openxmlformats.org/drawingml/2006/main">
              <a:ext uri="{FF2B5EF4-FFF2-40B4-BE49-F238E27FC236}">
                <a16:creationId xmlns:a16="http://schemas.microsoft.com/office/drawing/2014/main" id="{B22827F9-101F-4ED0-B126-B3974D9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소그룹 나눔</a:t>
            </a:r>
          </a:p>
        </p:txBody>
      </p:sp>
      <p:sp>
        <p:nvSpPr>
          <p:cNvPr id="3" name="W02-S16-brand">
            <a:extLst xmlns:a="http://schemas.openxmlformats.org/drawingml/2006/main">
              <a:ext uri="{FF2B5EF4-FFF2-40B4-BE49-F238E27FC236}">
                <a16:creationId xmlns:a16="http://schemas.microsoft.com/office/drawing/2014/main" id="{CD04E424-1484-4193-8994-13BBE987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6-id">
            <a:extLst xmlns:a="http://schemas.openxmlformats.org/drawingml/2006/main">
              <a:ext uri="{FF2B5EF4-FFF2-40B4-BE49-F238E27FC236}">
                <a16:creationId xmlns:a16="http://schemas.microsoft.com/office/drawing/2014/main" id="{4AD714AB-472C-4607-8FD9-33169DB8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W02-S16</a:t>
            </a:r>
          </a:p>
        </p:txBody>
      </p:sp>
      <p:sp>
        <p:nvSpPr>
          <p:cNvPr id="5" name="W02-S16-share">
            <a:extLst xmlns:a="http://schemas.openxmlformats.org/drawingml/2006/main">
              <a:ext uri="{FF2B5EF4-FFF2-40B4-BE49-F238E27FC236}">
                <a16:creationId xmlns:a16="http://schemas.microsoft.com/office/drawing/2014/main" id="{EB56EDDB-4D7E-4914-B81D-8597009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1257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81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SHARE / REFLECT</a:t>
            </a:r>
          </a:p>
        </p:txBody>
      </p:sp>
      <p:sp>
        <p:nvSpPr>
          <p:cNvPr id="6" name="W02-S16-body">
            <a:extLst xmlns:a="http://schemas.openxmlformats.org/drawingml/2006/main">
              <a:ext uri="{FF2B5EF4-FFF2-40B4-BE49-F238E27FC236}">
                <a16:creationId xmlns:a16="http://schemas.microsoft.com/office/drawing/2014/main" id="{88E31EF2-BC1C-4043-A0A3-0943C25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71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2인 나눔 / 상대의 그림을 대신 해석하지 않습니다.</a:t>
            </a:r>
          </a:p>
        </p:txBody>
      </p:sp>
      <p:sp>
        <p:nvSpPr>
          <p:cNvPr id="7" name="W02-S16-share-n-0">
            <a:extLst xmlns:a="http://schemas.openxmlformats.org/drawingml/2006/main">
              <a:ext uri="{FF2B5EF4-FFF2-40B4-BE49-F238E27FC236}">
                <a16:creationId xmlns:a16="http://schemas.microsoft.com/office/drawing/2014/main" id="{CEC38016-BE5B-4C3F-8DE9-8DE57B8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W02-S16-share-rule-0">
            <a:extLst xmlns:a="http://schemas.openxmlformats.org/drawingml/2006/main">
              <a:ext uri="{FF2B5EF4-FFF2-40B4-BE49-F238E27FC236}">
                <a16:creationId xmlns:a16="http://schemas.microsoft.com/office/drawing/2014/main" id="{EABB4567-CF9E-473E-BEE6-888120C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W02-S16-share-text-0">
            <a:extLst xmlns:a="http://schemas.openxmlformats.org/drawingml/2006/main">
              <a:ext uri="{FF2B5EF4-FFF2-40B4-BE49-F238E27FC236}">
                <a16:creationId xmlns:a16="http://schemas.microsoft.com/office/drawing/2014/main" id="{78B200B4-7EEB-4F8D-BE27-6260B6F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설명보다 경험</a:t>
            </a:r>
          </a:p>
        </p:txBody>
      </p:sp>
      <p:sp>
        <p:nvSpPr>
          <p:cNvPr id="10" name="W02-S16-share-n-1">
            <a:extLst xmlns:a="http://schemas.openxmlformats.org/drawingml/2006/main">
              <a:ext uri="{FF2B5EF4-FFF2-40B4-BE49-F238E27FC236}">
                <a16:creationId xmlns:a16="http://schemas.microsoft.com/office/drawing/2014/main" id="{B893249F-D299-401F-88E8-1FD3822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W02-S16-share-rule-1">
            <a:extLst xmlns:a="http://schemas.openxmlformats.org/drawingml/2006/main">
              <a:ext uri="{FF2B5EF4-FFF2-40B4-BE49-F238E27FC236}">
                <a16:creationId xmlns:a16="http://schemas.microsoft.com/office/drawing/2014/main" id="{279C2C0D-DDC1-43B0-A558-A36D5A0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W02-S16-share-text-1">
            <a:extLst xmlns:a="http://schemas.openxmlformats.org/drawingml/2006/main">
              <a:ext uri="{FF2B5EF4-FFF2-40B4-BE49-F238E27FC236}">
                <a16:creationId xmlns:a16="http://schemas.microsoft.com/office/drawing/2014/main" id="{4737637F-DAFC-4014-A336-ADBEE1C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조언 없이 듣기</a:t>
            </a:r>
          </a:p>
        </p:txBody>
      </p:sp>
      <p:sp>
        <p:nvSpPr>
          <p:cNvPr id="13" name="W02-S16-share-n-2">
            <a:extLst xmlns:a="http://schemas.openxmlformats.org/drawingml/2006/main">
              <a:ext uri="{FF2B5EF4-FFF2-40B4-BE49-F238E27FC236}">
                <a16:creationId xmlns:a16="http://schemas.microsoft.com/office/drawing/2014/main" id="{89F21844-7B81-4D52-B6B0-43BB3D8B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W02-S16-share-rule-2">
            <a:extLst xmlns:a="http://schemas.openxmlformats.org/drawingml/2006/main">
              <a:ext uri="{FF2B5EF4-FFF2-40B4-BE49-F238E27FC236}">
                <a16:creationId xmlns:a16="http://schemas.microsoft.com/office/drawing/2014/main" id="{4A3658AC-46C7-48CF-9B41-A8DCF20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W02-S16-share-text-2">
            <a:extLst xmlns:a="http://schemas.openxmlformats.org/drawingml/2006/main">
              <a:ext uri="{FF2B5EF4-FFF2-40B4-BE49-F238E27FC236}">
                <a16:creationId xmlns:a16="http://schemas.microsoft.com/office/drawing/2014/main" id="{1B9CE823-F511-4229-A84F-88F61AF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“제가 들은 핵심은…”</a:t>
            </a:r>
          </a:p>
        </p:txBody>
      </p:sp>
    </p:spTree>
    <p:extLst>
      <p:ext uri="{BB962C8B-B14F-4D97-AF65-F5344CB8AC3E}">
        <p14:creationId xmlns:p14="http://schemas.microsoft.com/office/powerpoint/2010/main" val="15329463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7-week">
            <a:extLst xmlns:a="http://schemas.openxmlformats.org/drawingml/2006/main">
              <a:ext uri="{FF2B5EF4-FFF2-40B4-BE49-F238E27FC236}">
                <a16:creationId xmlns:a16="http://schemas.microsoft.com/office/drawing/2014/main" id="{0C5F7F98-0812-4386-8D74-F889A22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17</a:t>
            </a:r>
          </a:p>
        </p:txBody>
      </p:sp>
      <p:sp>
        <p:nvSpPr>
          <p:cNvPr id="2" name="W02-S17-label">
            <a:extLst xmlns:a="http://schemas.openxmlformats.org/drawingml/2006/main">
              <a:ext uri="{FF2B5EF4-FFF2-40B4-BE49-F238E27FC236}">
                <a16:creationId xmlns:a16="http://schemas.microsoft.com/office/drawing/2014/main" id="{66A1CD17-B5B2-4B61-83DC-5ACE9FF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나눔</a:t>
            </a:r>
          </a:p>
        </p:txBody>
      </p:sp>
      <p:sp>
        <p:nvSpPr>
          <p:cNvPr id="3" name="W02-S17-brand">
            <a:extLst xmlns:a="http://schemas.openxmlformats.org/drawingml/2006/main">
              <a:ext uri="{FF2B5EF4-FFF2-40B4-BE49-F238E27FC236}">
                <a16:creationId xmlns:a16="http://schemas.microsoft.com/office/drawing/2014/main" id="{649928E3-B49B-444A-92B1-7CEE55A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7-id">
            <a:extLst xmlns:a="http://schemas.openxmlformats.org/drawingml/2006/main">
              <a:ext uri="{FF2B5EF4-FFF2-40B4-BE49-F238E27FC236}">
                <a16:creationId xmlns:a16="http://schemas.microsoft.com/office/drawing/2014/main" id="{25DB7288-6CD9-4EDE-8E1C-B816768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W02-S17</a:t>
            </a:r>
          </a:p>
        </p:txBody>
      </p:sp>
      <p:sp>
        <p:nvSpPr>
          <p:cNvPr id="5" name="W02-S17-big-circle">
            <a:extLst xmlns:a="http://schemas.openxmlformats.org/drawingml/2006/main">
              <a:ext uri="{FF2B5EF4-FFF2-40B4-BE49-F238E27FC236}">
                <a16:creationId xmlns:a16="http://schemas.microsoft.com/office/drawing/2014/main" id="{414F532A-FFB7-4ECF-8398-3DACFC55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D16D4F"/>
            </a:solidFill>
            <a:prstDash val="solid"/>
          </a:ln>
        </p:spPr>
      </p:sp>
      <p:sp>
        <p:nvSpPr>
          <p:cNvPr id="6" name="W02-S17-small-circle">
            <a:extLst xmlns:a="http://schemas.openxmlformats.org/drawingml/2006/main">
              <a:ext uri="{FF2B5EF4-FFF2-40B4-BE49-F238E27FC236}">
                <a16:creationId xmlns:a16="http://schemas.microsoft.com/office/drawing/2014/main" id="{2BE37270-E9EE-42E8-8B73-2D255B7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W02-S17-body">
            <a:extLst xmlns:a="http://schemas.openxmlformats.org/drawingml/2006/main">
              <a:ext uri="{FF2B5EF4-FFF2-40B4-BE49-F238E27FC236}">
                <a16:creationId xmlns:a16="http://schemas.microsoft.com/office/drawing/2014/main" id="{7DD6411B-FB62-459D-8F33-DD7694C0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내가 어린 나에게 건네고 싶은 문장을 말합니다.</a:t>
            </a:r>
          </a:p>
        </p:txBody>
      </p:sp>
      <p:sp>
        <p:nvSpPr>
          <p:cNvPr id="8" name="W02-S17-cue">
            <a:extLst xmlns:a="http://schemas.openxmlformats.org/drawingml/2006/main">
              <a:ext uri="{FF2B5EF4-FFF2-40B4-BE49-F238E27FC236}">
                <a16:creationId xmlns:a16="http://schemas.microsoft.com/office/drawing/2014/main" id="{99768057-8CDC-4255-AE2A-CAAB4BC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667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말하고 싶은 만큼만, 자신의 문장으로.</a:t>
            </a:r>
          </a:p>
        </p:txBody>
      </p:sp>
    </p:spTree>
    <p:extLst>
      <p:ext uri="{BB962C8B-B14F-4D97-AF65-F5344CB8AC3E}">
        <p14:creationId xmlns:p14="http://schemas.microsoft.com/office/powerpoint/2010/main" val="1060944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8-week">
            <a:extLst xmlns:a="http://schemas.openxmlformats.org/drawingml/2006/main">
              <a:ext uri="{FF2B5EF4-FFF2-40B4-BE49-F238E27FC236}">
                <a16:creationId xmlns:a16="http://schemas.microsoft.com/office/drawing/2014/main" id="{160F1CA6-D12B-4D52-9ED6-DE2A0ACF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  /  18</a:t>
            </a:r>
          </a:p>
        </p:txBody>
      </p:sp>
      <p:sp>
        <p:nvSpPr>
          <p:cNvPr id="2" name="W02-S18-label">
            <a:extLst xmlns:a="http://schemas.openxmlformats.org/drawingml/2006/main">
              <a:ext uri="{FF2B5EF4-FFF2-40B4-BE49-F238E27FC236}">
                <a16:creationId xmlns:a16="http://schemas.microsoft.com/office/drawing/2014/main" id="{89EA02DB-01BA-4336-9654-A123C1F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삶의 연결</a:t>
            </a:r>
          </a:p>
        </p:txBody>
      </p:sp>
      <p:sp>
        <p:nvSpPr>
          <p:cNvPr id="3" name="W02-S18-brand">
            <a:extLst xmlns:a="http://schemas.openxmlformats.org/drawingml/2006/main">
              <a:ext uri="{FF2B5EF4-FFF2-40B4-BE49-F238E27FC236}">
                <a16:creationId xmlns:a16="http://schemas.microsoft.com/office/drawing/2014/main" id="{000B5630-6C05-4342-8B90-E541C21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8-id">
            <a:extLst xmlns:a="http://schemas.openxmlformats.org/drawingml/2006/main">
              <a:ext uri="{FF2B5EF4-FFF2-40B4-BE49-F238E27FC236}">
                <a16:creationId xmlns:a16="http://schemas.microsoft.com/office/drawing/2014/main" id="{175161CA-648F-458C-A559-A9CF627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W02-S18</a:t>
            </a:r>
          </a:p>
        </p:txBody>
      </p:sp>
      <p:sp>
        <p:nvSpPr>
          <p:cNvPr id="5" name="W02-S18-action">
            <a:extLst xmlns:a="http://schemas.openxmlformats.org/drawingml/2006/main">
              <a:ext uri="{FF2B5EF4-FFF2-40B4-BE49-F238E27FC236}">
                <a16:creationId xmlns:a16="http://schemas.microsoft.com/office/drawing/2014/main" id="{19C74890-583F-4799-B2FE-1B18029F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NEXT / SMALL</a:t>
            </a:r>
          </a:p>
        </p:txBody>
      </p:sp>
      <p:sp>
        <p:nvSpPr>
          <p:cNvPr id="6" name="W02-S18-body">
            <a:extLst xmlns:a="http://schemas.openxmlformats.org/drawingml/2006/main">
              <a:ext uri="{FF2B5EF4-FFF2-40B4-BE49-F238E27FC236}">
                <a16:creationId xmlns:a16="http://schemas.microsoft.com/office/drawing/2014/main" id="{8483E446-3774-4473-AAF8-D8E9778A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33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감정이 올라오는 순간 ‘지금 내 안의 어린 부분은 무엇을 필요로 하는가?’를 묻습니다.</a:t>
            </a:r>
          </a:p>
        </p:txBody>
      </p:sp>
      <p:sp>
        <p:nvSpPr>
          <p:cNvPr id="7" name="W02-S18-action-rule">
            <a:extLst xmlns:a="http://schemas.openxmlformats.org/drawingml/2006/main">
              <a:ext uri="{FF2B5EF4-FFF2-40B4-BE49-F238E27FC236}">
                <a16:creationId xmlns:a16="http://schemas.microsoft.com/office/drawing/2014/main" id="{05FC87C5-ACEB-4EF3-B9DB-FEB67FF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533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2-S18-action-cue">
            <a:extLst xmlns:a="http://schemas.openxmlformats.org/drawingml/2006/main">
              <a:ext uri="{FF2B5EF4-FFF2-40B4-BE49-F238E27FC236}">
                <a16:creationId xmlns:a16="http://schemas.microsoft.com/office/drawing/2014/main" id="{DA4776A3-CE4B-4179-8AB6-C508DE39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162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작게 시작하고 · 확인하고 ·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2038092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2-S19-week">
            <a:extLst xmlns:a="http://schemas.openxmlformats.org/drawingml/2006/main">
              <a:ext uri="{FF2B5EF4-FFF2-40B4-BE49-F238E27FC236}">
                <a16:creationId xmlns:a16="http://schemas.microsoft.com/office/drawing/2014/main" id="{D8046669-6B19-497C-96D7-176FF6CB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  /  19</a:t>
            </a:r>
          </a:p>
        </p:txBody>
      </p:sp>
      <p:sp>
        <p:nvSpPr>
          <p:cNvPr id="2" name="W02-S19-label">
            <a:extLst xmlns:a="http://schemas.openxmlformats.org/drawingml/2006/main">
              <a:ext uri="{FF2B5EF4-FFF2-40B4-BE49-F238E27FC236}">
                <a16:creationId xmlns:a16="http://schemas.microsoft.com/office/drawing/2014/main" id="{CC2D2C58-9155-4D11-AB96-E03281EA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마무리 문장</a:t>
            </a:r>
          </a:p>
        </p:txBody>
      </p:sp>
      <p:sp>
        <p:nvSpPr>
          <p:cNvPr id="3" name="W02-S19-brand">
            <a:extLst xmlns:a="http://schemas.openxmlformats.org/drawingml/2006/main">
              <a:ext uri="{FF2B5EF4-FFF2-40B4-BE49-F238E27FC236}">
                <a16:creationId xmlns:a16="http://schemas.microsoft.com/office/drawing/2014/main" id="{2715E2B4-4DCD-4985-AB65-4D69945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2-S19-id">
            <a:extLst xmlns:a="http://schemas.openxmlformats.org/drawingml/2006/main">
              <a:ext uri="{FF2B5EF4-FFF2-40B4-BE49-F238E27FC236}">
                <a16:creationId xmlns:a16="http://schemas.microsoft.com/office/drawing/2014/main" id="{06D28F6F-2014-4E0A-B735-FDDA7AEC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W02-S19</a:t>
            </a:r>
          </a:p>
        </p:txBody>
      </p:sp>
      <p:sp>
        <p:nvSpPr>
          <p:cNvPr id="5" name="W02-S19-close">
            <a:extLst xmlns:a="http://schemas.openxmlformats.org/drawingml/2006/main">
              <a:ext uri="{FF2B5EF4-FFF2-40B4-BE49-F238E27FC236}">
                <a16:creationId xmlns:a16="http://schemas.microsoft.com/office/drawing/2014/main" id="{65208301-72DD-4821-BEF9-91FA5C6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D16D4F">
                    <a:alpha val="7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D16D4F">
                    <a:alpha val="70000"/>
                  </a:srgbClr>
                </a:solidFill>
                <a:latin typeface="Noto Sans KR"/>
                <a:ea typeface="Noto Sans KR"/>
                <a:cs typeface="Noto Sans KR"/>
              </a:rPr>
              <a:t>CLOSE</a:t>
            </a:r>
          </a:p>
        </p:txBody>
      </p:sp>
      <p:sp>
        <p:nvSpPr>
          <p:cNvPr id="6" name="W02-S19-body">
            <a:extLst xmlns:a="http://schemas.openxmlformats.org/drawingml/2006/main">
              <a:ext uri="{FF2B5EF4-FFF2-40B4-BE49-F238E27FC236}">
                <a16:creationId xmlns:a16="http://schemas.microsoft.com/office/drawing/2014/main" id="{4B34F3C9-AE4D-4FC7-B466-4772F15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33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그때의 나는 ______을 기다리고 있었다.</a:t>
            </a:r>
          </a:p>
        </p:txBody>
      </p:sp>
      <p:sp>
        <p:nvSpPr>
          <p:cNvPr id="7" name="W02-S19-signature">
            <a:extLst xmlns:a="http://schemas.openxmlformats.org/drawingml/2006/main">
              <a:ext uri="{FF2B5EF4-FFF2-40B4-BE49-F238E27FC236}">
                <a16:creationId xmlns:a16="http://schemas.microsoft.com/office/drawing/2014/main" id="{11C756BC-35A0-4EF9-9359-8C15232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1162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2-S19-cue">
            <a:extLst xmlns:a="http://schemas.openxmlformats.org/drawingml/2006/main">
              <a:ext uri="{FF2B5EF4-FFF2-40B4-BE49-F238E27FC236}">
                <a16:creationId xmlns:a16="http://schemas.microsoft.com/office/drawing/2014/main" id="{BD13E0A0-0AC4-4B90-ACBC-F8B66B8F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913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자신의 언어로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940462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2026-07-26T22:50:45.0600000Z</dcterms:created>
  <dcterms:modified xsi:type="dcterms:W3CDTF">2026-07-26T22:50:45.0600000Z</dcterms:modified>
</coreProperties>
</file>