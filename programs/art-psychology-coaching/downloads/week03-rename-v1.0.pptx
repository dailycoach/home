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8e6f6d57884a40" /><Relationship Type="http://schemas.openxmlformats.org/officeDocument/2006/relationships/extended-properties" Target="/docProps/app.xml" Id="R228f58ffc50b4760" /><Relationship Type="http://schemas.openxmlformats.org/officeDocument/2006/relationships/officeDocument" Target="/ppt/presentation.xml" Id="R3a86ad9003754921" /></Relationships>
</file>

<file path=ppt/presentation.xml><?xml version="1.0" encoding="utf-8"?>
<p:presentation xmlns:p="http://schemas.openxmlformats.org/presentationml/2006/main">
  <p:sldMasterIdLst>
    <p:sldMasterId xmlns:r="http://schemas.openxmlformats.org/officeDocument/2006/relationships" id="2147483648" r:id="Rf91ee414f4954b6b"/>
  </p:sldMasterIdLst>
  <p:notesMasterIdLst>
    <p:notesMasterId xmlns:r="http://schemas.openxmlformats.org/officeDocument/2006/relationships" r:id="R472c441652b94ae5"/>
  </p:notesMasterIdLst>
  <p:sldIdLst>
    <p:sldId xmlns:r="http://schemas.openxmlformats.org/officeDocument/2006/relationships" id="256" r:id="Rfafea95e221c452e"/>
    <p:sldId xmlns:r="http://schemas.openxmlformats.org/officeDocument/2006/relationships" id="257" r:id="R7b2c24da6e104cc5"/>
    <p:sldId xmlns:r="http://schemas.openxmlformats.org/officeDocument/2006/relationships" id="258" r:id="Rbc62be291ea4421f"/>
    <p:sldId xmlns:r="http://schemas.openxmlformats.org/officeDocument/2006/relationships" id="259" r:id="Ra630962c50514b2e"/>
    <p:sldId xmlns:r="http://schemas.openxmlformats.org/officeDocument/2006/relationships" id="260" r:id="Rc33070ec7bf34139"/>
    <p:sldId xmlns:r="http://schemas.openxmlformats.org/officeDocument/2006/relationships" id="261" r:id="Ra6103df3e5c04ca2"/>
    <p:sldId xmlns:r="http://schemas.openxmlformats.org/officeDocument/2006/relationships" id="262" r:id="R539cd8b7d59946a6"/>
    <p:sldId xmlns:r="http://schemas.openxmlformats.org/officeDocument/2006/relationships" id="263" r:id="R180b6f9cf28f496b"/>
    <p:sldId xmlns:r="http://schemas.openxmlformats.org/officeDocument/2006/relationships" id="264" r:id="Re56c9021d1914082"/>
    <p:sldId xmlns:r="http://schemas.openxmlformats.org/officeDocument/2006/relationships" id="265" r:id="R63d0eecded314c34"/>
    <p:sldId xmlns:r="http://schemas.openxmlformats.org/officeDocument/2006/relationships" id="266" r:id="R43cfbdff5d324226"/>
    <p:sldId xmlns:r="http://schemas.openxmlformats.org/officeDocument/2006/relationships" id="267" r:id="R44df6767b5d341ab"/>
    <p:sldId xmlns:r="http://schemas.openxmlformats.org/officeDocument/2006/relationships" id="268" r:id="R8bbc61449d5c4b7a"/>
    <p:sldId xmlns:r="http://schemas.openxmlformats.org/officeDocument/2006/relationships" id="269" r:id="R1e38b83e43a949fd"/>
    <p:sldId xmlns:r="http://schemas.openxmlformats.org/officeDocument/2006/relationships" id="270" r:id="R834b79e4c1334c9d"/>
    <p:sldId xmlns:r="http://schemas.openxmlformats.org/officeDocument/2006/relationships" id="271" r:id="Rcf028ce224d3498c"/>
    <p:sldId xmlns:r="http://schemas.openxmlformats.org/officeDocument/2006/relationships" id="272" r:id="R90b48f27fae641fa"/>
    <p:sldId xmlns:r="http://schemas.openxmlformats.org/officeDocument/2006/relationships" id="273" r:id="Rde4a62f3cbc34608"/>
    <p:sldId xmlns:r="http://schemas.openxmlformats.org/officeDocument/2006/relationships" id="274" r:id="R39068ca78ddd497f"/>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6f522d79d94361" /><Relationship Type="http://schemas.openxmlformats.org/officeDocument/2006/relationships/slideMaster" Target="/ppt/slideMasters/slideMaster1.xml" Id="Rf91ee414f4954b6b" /><Relationship Type="http://schemas.openxmlformats.org/officeDocument/2006/relationships/notesMaster" Target="/ppt/notesMasters/notesMaster1.xml" Id="R472c441652b94ae5" /><Relationship Type="http://schemas.openxmlformats.org/officeDocument/2006/relationships/presProps" Target="/ppt/presProps.xml" Id="R322d9fce603a4195" /><Relationship Type="http://schemas.openxmlformats.org/officeDocument/2006/relationships/tableStyles" Target="/ppt/tableStyles.xml" Id="R31ec677c12a340a0" /><Relationship Type="http://schemas.openxmlformats.org/officeDocument/2006/relationships/slide" Target="/ppt/slides/slide1.xml" Id="Rfafea95e221c452e" /><Relationship Type="http://schemas.openxmlformats.org/officeDocument/2006/relationships/slide" Target="/ppt/slides/slide2.xml" Id="R7b2c24da6e104cc5" /><Relationship Type="http://schemas.openxmlformats.org/officeDocument/2006/relationships/slide" Target="/ppt/slides/slide3.xml" Id="Rbc62be291ea4421f" /><Relationship Type="http://schemas.openxmlformats.org/officeDocument/2006/relationships/slide" Target="/ppt/slides/slide4.xml" Id="Ra630962c50514b2e" /><Relationship Type="http://schemas.openxmlformats.org/officeDocument/2006/relationships/slide" Target="/ppt/slides/slide5.xml" Id="Rc33070ec7bf34139" /><Relationship Type="http://schemas.openxmlformats.org/officeDocument/2006/relationships/slide" Target="/ppt/slides/slide6.xml" Id="Ra6103df3e5c04ca2" /><Relationship Type="http://schemas.openxmlformats.org/officeDocument/2006/relationships/slide" Target="/ppt/slides/slide7.xml" Id="R539cd8b7d59946a6" /><Relationship Type="http://schemas.openxmlformats.org/officeDocument/2006/relationships/slide" Target="/ppt/slides/slide8.xml" Id="R180b6f9cf28f496b" /><Relationship Type="http://schemas.openxmlformats.org/officeDocument/2006/relationships/slide" Target="/ppt/slides/slide9.xml" Id="Re56c9021d1914082" /><Relationship Type="http://schemas.openxmlformats.org/officeDocument/2006/relationships/slide" Target="/ppt/slides/slide10.xml" Id="R63d0eecded314c34" /><Relationship Type="http://schemas.openxmlformats.org/officeDocument/2006/relationships/slide" Target="/ppt/slides/slide11.xml" Id="R43cfbdff5d324226" /><Relationship Type="http://schemas.openxmlformats.org/officeDocument/2006/relationships/slide" Target="/ppt/slides/slide12.xml" Id="R44df6767b5d341ab" /><Relationship Type="http://schemas.openxmlformats.org/officeDocument/2006/relationships/slide" Target="/ppt/slides/slide13.xml" Id="R8bbc61449d5c4b7a" /><Relationship Type="http://schemas.openxmlformats.org/officeDocument/2006/relationships/slide" Target="/ppt/slides/slide14.xml" Id="R1e38b83e43a949fd" /><Relationship Type="http://schemas.openxmlformats.org/officeDocument/2006/relationships/slide" Target="/ppt/slides/slide15.xml" Id="R834b79e4c1334c9d" /><Relationship Type="http://schemas.openxmlformats.org/officeDocument/2006/relationships/slide" Target="/ppt/slides/slide16.xml" Id="Rcf028ce224d3498c" /><Relationship Type="http://schemas.openxmlformats.org/officeDocument/2006/relationships/slide" Target="/ppt/slides/slide17.xml" Id="R90b48f27fae641fa" /><Relationship Type="http://schemas.openxmlformats.org/officeDocument/2006/relationships/slide" Target="/ppt/slides/slide18.xml" Id="Rde4a62f3cbc34608" /><Relationship Type="http://schemas.openxmlformats.org/officeDocument/2006/relationships/slide" Target="/ppt/slides/slide19.xml" Id="R39068ca78ddd49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ff8990eedf42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0dc25e496f4970" /><Relationship Type="http://schemas.openxmlformats.org/officeDocument/2006/relationships/notesMaster" Target="/ppt/notesMasters/notesMaster1.xml" Id="Rcadb4d600e6f43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2be43adf41400b" /><Relationship Type="http://schemas.openxmlformats.org/officeDocument/2006/relationships/notesMaster" Target="/ppt/notesMasters/notesMaster1.xml" Id="R6d96b0ce16094b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5e93575df84b64" /><Relationship Type="http://schemas.openxmlformats.org/officeDocument/2006/relationships/notesMaster" Target="/ppt/notesMasters/notesMaster1.xml" Id="R1a83985620f44e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ccf234c1724aab" /><Relationship Type="http://schemas.openxmlformats.org/officeDocument/2006/relationships/notesMaster" Target="/ppt/notesMasters/notesMaster1.xml" Id="R51ec48276c9545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1d9107bfe14666" /><Relationship Type="http://schemas.openxmlformats.org/officeDocument/2006/relationships/notesMaster" Target="/ppt/notesMasters/notesMaster1.xml" Id="R9d6a193763554b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24503c7e96454b" /><Relationship Type="http://schemas.openxmlformats.org/officeDocument/2006/relationships/notesMaster" Target="/ppt/notesMasters/notesMaster1.xml" Id="R19089fee602f42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48e0b9e8a74983" /><Relationship Type="http://schemas.openxmlformats.org/officeDocument/2006/relationships/notesMaster" Target="/ppt/notesMasters/notesMaster1.xml" Id="Rc3157093bdb94a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f68426ee234074" /><Relationship Type="http://schemas.openxmlformats.org/officeDocument/2006/relationships/notesMaster" Target="/ppt/notesMasters/notesMaster1.xml" Id="R929c054df51543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af28bb760d48bb" /><Relationship Type="http://schemas.openxmlformats.org/officeDocument/2006/relationships/notesMaster" Target="/ppt/notesMasters/notesMaster1.xml" Id="R0774cbd49e1f43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71713c12554d7a" /><Relationship Type="http://schemas.openxmlformats.org/officeDocument/2006/relationships/notesMaster" Target="/ppt/notesMasters/notesMaster1.xml" Id="R73e65a1e1e9548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a8960029dc41a3" /><Relationship Type="http://schemas.openxmlformats.org/officeDocument/2006/relationships/notesMaster" Target="/ppt/notesMasters/notesMaster1.xml" Id="R823d7a59836743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3799a789674f83" /><Relationship Type="http://schemas.openxmlformats.org/officeDocument/2006/relationships/notesMaster" Target="/ppt/notesMasters/notesMaster1.xml" Id="Rdf541fa70de444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e7d01b48e249aa" /><Relationship Type="http://schemas.openxmlformats.org/officeDocument/2006/relationships/notesMaster" Target="/ppt/notesMasters/notesMaster1.xml" Id="R729447524aea46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a68b9cb48a4493" /><Relationship Type="http://schemas.openxmlformats.org/officeDocument/2006/relationships/notesMaster" Target="/ppt/notesMasters/notesMaster1.xml" Id="R01c741b1fc124d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e51a25085d4e71" /><Relationship Type="http://schemas.openxmlformats.org/officeDocument/2006/relationships/notesMaster" Target="/ppt/notesMasters/notesMaster1.xml" Id="R27c9beccb7434a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9dd05c07a24b33" /><Relationship Type="http://schemas.openxmlformats.org/officeDocument/2006/relationships/notesMaster" Target="/ppt/notesMasters/notesMaster1.xml" Id="Rd6725dc7d3814f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90f34d36e6d497c" /><Relationship Type="http://schemas.openxmlformats.org/officeDocument/2006/relationships/notesMaster" Target="/ppt/notesMasters/notesMaster1.xml" Id="R32c132d625f84d6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4678872afc4ada" /><Relationship Type="http://schemas.openxmlformats.org/officeDocument/2006/relationships/notesMaster" Target="/ppt/notesMasters/notesMaster1.xml" Id="Rc5782084992f45e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15caf0d93f4c1a" /><Relationship Type="http://schemas.openxmlformats.org/officeDocument/2006/relationships/notesMaster" Target="/ppt/notesMasters/notesMaster1.xml" Id="R140e9472825142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W03-S01</a:t>
            </a:r>
          </a:p>
          <a:p xmlns:a="http://schemas.openxmlformats.org/drawingml/2006/main">
            <a:r>
              <a:t>목적: 이번 회기의 위치와 주제를 한눈에 제시한다.</a:t>
            </a:r>
          </a:p>
          <a:p xmlns:a="http://schemas.openxmlformats.org/drawingml/2006/main">
            <a:r>
              <a:t>권장 시간: 1분</a:t>
            </a:r>
          </a:p>
          <a:p xmlns:a="http://schemas.openxmlformats.org/drawingml/2006/main">
            <a:r>
              <a:t>진행자 실제 발화: “W03 / 지금의 나를 새롭게 그려보기.” 오늘은 ‘나는 살아남기 위해 어떤 사람이 되었는가?’라는 질문을 따라가겠습니다. 정답을 만들기보다 지금 보이는 만큼만 함께 살펴보겠습니다.</a:t>
            </a:r>
          </a:p>
          <a:p xmlns:a="http://schemas.openxmlformats.org/drawingml/2006/main">
            <a:r>
              <a:t>다음 질문: 이 질문을 들었을 때 지금 가장 먼저 떠오르는 단어는 무엇인가요?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이제 설명보다 현재의 감각으로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W03-S02</a:t>
            </a:r>
          </a:p>
          <a:p xmlns:a="http://schemas.openxmlformats.org/drawingml/2006/main">
            <a:r>
              <a:t>목적: 설명보다 장면 중심의 언어로 회기를 연다.</a:t>
            </a:r>
          </a:p>
          <a:p xmlns:a="http://schemas.openxmlformats.org/drawingml/2006/main">
            <a:r>
              <a:t>권장 시간: 2분</a:t>
            </a:r>
          </a:p>
          <a:p xmlns:a="http://schemas.openxmlformats.org/drawingml/2006/main">
            <a:r>
              <a:t>진행자 실제 발화: “살아남기 위해 만들어진 나를 다시 바라봅니다.” 이 문장을 천천히 읽겠습니다. 설명을 바로 붙이지 않고, 지금 떠오르는 느낌이 자리 잡도록 잠시 기다리겠습니다.</a:t>
            </a:r>
          </a:p>
          <a:p xmlns:a="http://schemas.openxmlformats.org/drawingml/2006/main">
            <a:r>
              <a:t>다음 질문: 이 장면과 지금의 나 사이에 어떤 느낌이 있나요?</a:t>
            </a:r>
          </a:p>
          <a:p xmlns:a="http://schemas.openxmlformats.org/drawingml/2006/main">
            <a:r>
              <a:t>참여자가 막혔을 때의 대체 질문: 말 대신 색 하나, 선 하나, 또는 몸의 느낌 하나로 골라도 괜찮습니다.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먼저 지금 이 자리에 도착한 몸과 감정을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W03-S03</a:t>
            </a:r>
          </a:p>
          <a:p xmlns:a="http://schemas.openxmlformats.org/drawingml/2006/main">
            <a:r>
              <a:t>목적: 감정과 몸 상태를 현재 시점에서 확인한다.</a:t>
            </a:r>
          </a:p>
          <a:p xmlns:a="http://schemas.openxmlformats.org/drawingml/2006/main">
            <a:r>
              <a:t>권장 시간: 4분</a:t>
            </a:r>
          </a:p>
          <a:p xmlns:a="http://schemas.openxmlformats.org/drawingml/2006/main">
            <a:r>
              <a:t>진행자 실제 발화: “지금의 감정과 몸의 상태를 한 단어로 적어주세요.” 길게 설명하지 않아도 됩니다. 감정이나 몸의 느낌 가운데 지금 가장 가까운 단어 하나만 적어보세요.</a:t>
            </a:r>
          </a:p>
          <a:p xmlns:a="http://schemas.openxmlformats.org/drawingml/2006/main">
            <a:r>
              <a:t>다음 질문: 그 단어는 몸의 어느 부분에서 가장 가까이 느껴지나요?</a:t>
            </a:r>
          </a:p>
          <a:p xmlns:a="http://schemas.openxmlformats.org/drawingml/2006/main">
            <a:r>
              <a:t>참여자가 막혔을 때의 대체 질문: 정확한 감정명이 어렵다면 ‘편안함/불편함/잘 모르겠음’ 중 하나를 골라도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깊이 들어가기 전에 오늘의 선택권을 다시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W03-S04</a:t>
            </a:r>
          </a:p>
          <a:p xmlns:a="http://schemas.openxmlformats.org/drawingml/2006/main">
            <a:r>
              <a:t>목적: 말하지 않을 권리, 쉬어갈 권리, 중단 선택을 안내한다.</a:t>
            </a:r>
          </a:p>
          <a:p xmlns:a="http://schemas.openxmlformats.org/drawingml/2006/main">
            <a:r>
              <a:t>권장 시간: 2분</a:t>
            </a:r>
          </a:p>
          <a:p xmlns:a="http://schemas.openxmlformats.org/drawingml/2006/main">
            <a:r>
              <a:t>진행자 실제 발화: “말하지 않아도, 질문을 건너뛰어도, 잠시 쉬어가도 괜찮습니다.” 이것은 안내 문구가 아니라 실제 선택권입니다. 어떤 질문도 건너뛸 수 있고, 언제든 멈추거나 자리를 옮길 수 있습니다.</a:t>
            </a:r>
          </a:p>
          <a:p xmlns:a="http://schemas.openxmlformats.org/drawingml/2006/main">
            <a:r>
              <a:t>다음 질문: 오늘 자신에게 필요한 참여 방식은 무엇인가요?</a:t>
            </a:r>
          </a:p>
          <a:p xmlns:a="http://schemas.openxmlformats.org/drawingml/2006/main">
            <a:r>
              <a:t>참여자가 막혔을 때의 대체 질문: 지금은 ‘계속하기/건너뛰기/잠시 쉬기’ 중 무엇이 가장 필요한가요?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선택권을 가진 채 지난 시간과 오늘을 연결해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W03-S05</a:t>
            </a:r>
          </a:p>
          <a:p xmlns:a="http://schemas.openxmlformats.org/drawingml/2006/main">
            <a:r>
              <a:t>목적: 이전 회기의 삶의 실험과 발견을 현재 장면으로 연결한다.</a:t>
            </a:r>
          </a:p>
          <a:p xmlns:a="http://schemas.openxmlformats.org/drawingml/2006/main">
            <a:r>
              <a:t>권장 시간: 7분</a:t>
            </a:r>
          </a:p>
          <a:p xmlns:a="http://schemas.openxmlformats.org/drawingml/2006/main">
            <a:r>
              <a:t>진행자 실제 발화: “지난주 어린 나에게 건넨 문장은 무엇이었나요?” 했는지 못했는지를 평가하지 않겠습니다. 그 사이에 알아차린 작은 변화나 반복 하나만 골라 이야기해 주세요.</a:t>
            </a:r>
          </a:p>
          <a:p xmlns:a="http://schemas.openxmlformats.org/drawingml/2006/main">
            <a:r>
              <a:t>다음 질문: 그 경험에서 새롭게 알아차린 것은 무엇인가요?</a:t>
            </a:r>
          </a:p>
          <a:p xmlns:a="http://schemas.openxmlformats.org/drawingml/2006/main">
            <a:r>
              <a:t>참여자가 막혔을 때의 대체 질문: 특별한 변화가 없었다면 ‘그대로였던 것’ 하나를 말해도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이제 말로만 설명하지 않고 하나의 장면으로 들어가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W03-S06</a:t>
            </a:r>
          </a:p>
          <a:p xmlns:a="http://schemas.openxmlformats.org/drawingml/2006/main">
            <a:r>
              <a:t>목적: 짧은 내레이션으로 심리적 장면을 연다.</a:t>
            </a:r>
          </a:p>
          <a:p xmlns:a="http://schemas.openxmlformats.org/drawingml/2006/main">
            <a:r>
              <a:t>권장 시간: 5분</a:t>
            </a:r>
          </a:p>
          <a:p xmlns:a="http://schemas.openxmlformats.org/drawingml/2006/main">
            <a:r>
              <a:t>진행자 실제 발화: 지금부터 짧은 장면을 읽겠습니다. 눈을 감을 필요는 없습니다. “오래전의 내가 자신을 지키기 위해 배운 방식은 시간이 지나 지금의 나를 만들었습니다. 단단해진 부분과 지나치게 책임지는 부분을 함께 봅니다.” 떠오르는 만큼만 머물러 보겠습니다.</a:t>
            </a:r>
          </a:p>
          <a:p xmlns:a="http://schemas.openxmlformats.org/drawingml/2006/main">
            <a:r>
              <a:t>다음 질문: 이 장면에서 가장 먼저 눈에 들어오는 것은 무엇인가요?</a:t>
            </a:r>
          </a:p>
          <a:p xmlns:a="http://schemas.openxmlformats.org/drawingml/2006/main">
            <a:r>
              <a:t>참여자가 막혔을 때의 대체 질문: 장면이 떠오르지 않으면 날씨나 색 하나만 골라도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장면이 열렸다면 오늘의 그림 활동을 공개하겠습니다.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W03-S07</a:t>
            </a:r>
          </a:p>
          <a:p xmlns:a="http://schemas.openxmlformats.org/drawingml/2006/main">
            <a:r>
              <a:t>목적: 오늘의 그림 활동을 짧고 명확하게 공개한다.</a:t>
            </a:r>
          </a:p>
          <a:p xmlns:a="http://schemas.openxmlformats.org/drawingml/2006/main">
            <a:r>
              <a:t>권장 시간: 2분</a:t>
            </a:r>
          </a:p>
          <a:p xmlns:a="http://schemas.openxmlformats.org/drawingml/2006/main">
            <a:r>
              <a:t>진행자 실제 발화: 오늘의 활동은 “현재의 나를 뿌리·거울·옷·상징으로 표현하기”입니다. 완성 예시를 따라 그리지 않고, 자신의 방식으로 시작합니다.</a:t>
            </a:r>
          </a:p>
          <a:p xmlns:a="http://schemas.openxmlformats.org/drawingml/2006/main">
            <a:r>
              <a:t>다음 질문: 이 활동을 어떤 거리와 방식으로 시작하고 싶나요?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시작하기 전에 필요한 재료와 기록 자리를 확인하겠습니다.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W03-S08</a:t>
            </a:r>
          </a:p>
          <a:p xmlns:a="http://schemas.openxmlformats.org/drawingml/2006/main">
            <a:r>
              <a:t>목적: 스케치북, 색연필, 워크북 위치를 확인한다.</a:t>
            </a:r>
          </a:p>
          <a:p xmlns:a="http://schemas.openxmlformats.org/drawingml/2006/main">
            <a:r>
              <a:t>권장 시간: 2분</a:t>
            </a:r>
          </a:p>
          <a:p xmlns:a="http://schemas.openxmlformats.org/drawingml/2006/main">
            <a:r>
              <a:t>진행자 실제 발화: “스케치북 · 색연필 · 워크북을 준비합니다.” 스케치북은 그림을 위한 자리, 워크북은 말과 발견을 남기는 자리입니다. 준비되면 고개만 들어 주세요.</a:t>
            </a:r>
          </a:p>
          <a:p xmlns:a="http://schemas.openxmlformats.org/drawingml/2006/main">
            <a:r>
              <a:t>다음 질문: 그림과 기록 가운데 어느 것부터 시작하면 편안한가요?</a:t>
            </a:r>
          </a:p>
          <a:p xmlns:a="http://schemas.openxmlformats.org/drawingml/2006/main">
            <a:r>
              <a:t>참여자가 막혔을 때의 대체 질문: 지금 손에 먼저 잡고 싶은 재료 하나만 골라볼까요?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재료가 준비되면 표현 방법의 선택지를 짧게 안내하겠습니다.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W03-S09</a:t>
            </a:r>
          </a:p>
          <a:p xmlns:a="http://schemas.openxmlformats.org/drawingml/2006/main">
            <a:r>
              <a:t>목적: 그림의 구성 요소와 선택 가능한 표현 방식을 안내한다.</a:t>
            </a:r>
          </a:p>
          <a:p xmlns:a="http://schemas.openxmlformats.org/drawingml/2006/main">
            <a:r>
              <a:t>권장 시간: 5분</a:t>
            </a:r>
          </a:p>
          <a:p xmlns:a="http://schemas.openxmlformats.org/drawingml/2006/main">
            <a:r>
              <a:t>진행자 실제 발화: “뿌리, 거울, 옷, 몸의 일부 또는 고유한 상징을 사용할 수 있습니다.” 여기에 나온 요소를 모두 넣을 필요는 없습니다. 글자, 기호, 색면, 선, 비어 있는 자리만 사용해도 좋습니다.</a:t>
            </a:r>
          </a:p>
          <a:p xmlns:a="http://schemas.openxmlformats.org/drawingml/2006/main">
            <a:r>
              <a:t>다음 질문: 여러 요소 중 지금 넣고 싶은 것 하나는 무엇인가요?</a:t>
            </a:r>
          </a:p>
          <a:p xmlns:a="http://schemas.openxmlformats.org/drawingml/2006/main">
            <a:r>
              <a:t>참여자가 막혔을 때의 대체 질문: 사람이나 사물을 그리지 않고 선, 색, 거리만으로 표현한다면 무엇부터 시작할까요?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이제 잘해야 한다는 부담을 내려놓는 한 문장을 기억하겠습니다.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W03-S10</a:t>
            </a:r>
          </a:p>
          <a:p xmlns:a="http://schemas.openxmlformats.org/drawingml/2006/main">
            <a:r>
              <a:t>목적: 완성도 부담을 낮추고 자기 속도를 허용한다.</a:t>
            </a:r>
          </a:p>
          <a:p xmlns:a="http://schemas.openxmlformats.org/drawingml/2006/main">
            <a:r>
              <a:t>권장 시간: 1분</a:t>
            </a:r>
          </a:p>
          <a:p xmlns:a="http://schemas.openxmlformats.org/drawingml/2006/main">
            <a:r>
              <a:t>진행자 실제 발화: “장점과 단점으로 나누지 않습니다.” 이 한 문장만 기억하고 각자의 속도로 시작하겠습니다. 잘 그렸는지는 오늘의 기준이 아닙니다.</a:t>
            </a:r>
          </a:p>
          <a:p xmlns:a="http://schemas.openxmlformats.org/drawingml/2006/main">
            <a:r>
              <a:t>다음 질문: 지금 가능한 만큼은 어느 정도인가요?</a:t>
            </a:r>
          </a:p>
          <a:p xmlns:a="http://schemas.openxmlformats.org/drawingml/2006/main">
            <a:r>
              <a:t>참여자가 막혔을 때의 대체 질문: 완성하지 않아도 괜찮다면 첫 표시를 어디에 남기고 싶나요?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각자의 속도로 그림 활동을 시작하겠습니다.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W03-S11</a:t>
            </a:r>
          </a:p>
          <a:p xmlns:a="http://schemas.openxmlformats.org/drawingml/2006/main">
            <a:r>
              <a:t>목적: 화면 자극을 낮추고 타이머만 제공한다.</a:t>
            </a:r>
          </a:p>
          <a:p xmlns:a="http://schemas.openxmlformats.org/drawingml/2006/main">
            <a:r>
              <a:t>권장 시간: 25분</a:t>
            </a:r>
          </a:p>
          <a:p xmlns:a="http://schemas.openxmlformats.org/drawingml/2006/main">
            <a:r>
              <a:t>진행자 실제 발화: “25 MIN / 그림을 시작합니다.” 지금부터 25분입니다. 처음 5분과 마지막 5분에만 시간을 안내하겠습니다. 질문이 있으면 손을 들어 주세요.</a:t>
            </a:r>
          </a:p>
          <a:p xmlns:a="http://schemas.openxmlformats.org/drawingml/2006/main">
            <a:r>
              <a:t>다음 질문: 지금 더 필요한 것은 시간, 거리, 재료, 휴식 중 무엇인가요?</a:t>
            </a:r>
          </a:p>
          <a:p xmlns:a="http://schemas.openxmlformats.org/drawingml/2006/main">
            <a:r>
              <a:t>참여자가 막혔을 때의 대체 질문: 지금은 그리지 않고 잠시 바라보거나 한 단어만 적어도 괜찮습니다.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손을 멈춘 뒤, 수정하기 전에 먼저 작품을 바라보겠습니다.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W03-S12</a:t>
            </a:r>
          </a:p>
          <a:p xmlns:a="http://schemas.openxmlformats.org/drawingml/2006/main">
            <a:r>
              <a:t>목적: 수정 전에 작품을 있는 그대로 바라보게 한다.</a:t>
            </a:r>
          </a:p>
          <a:p xmlns:a="http://schemas.openxmlformats.org/drawingml/2006/main">
            <a:r>
              <a:t>권장 시간: 5분</a:t>
            </a:r>
          </a:p>
          <a:p xmlns:a="http://schemas.openxmlformats.org/drawingml/2006/main">
            <a:r>
              <a:t>진행자 실제 발화: “그림을 바꾸기 전에 먼저 그대로 바라봅니다.”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이제 보이는 사실을 붙잡는 질문 하나로 시선을 좁혀보겠습니다.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W03-S13</a:t>
            </a:r>
          </a:p>
          <a:p xmlns:a="http://schemas.openxmlformats.org/drawingml/2006/main">
            <a:r>
              <a:t>목적: 해석이 아닌 보이는 요소를 언어화한다.</a:t>
            </a:r>
          </a:p>
          <a:p xmlns:a="http://schemas.openxmlformats.org/drawingml/2006/main">
            <a:r>
              <a:t>권장 시간: 5분</a:t>
            </a:r>
          </a:p>
          <a:p xmlns:a="http://schemas.openxmlformats.org/drawingml/2006/main">
            <a:r>
              <a:t>진행자 실제 발화: “가장 크게 표현된 부분과 숨겨진 부분은 무엇인가요?” 바로 의미를 정하지 말고, 먼저 실제로 보이는 것과 지금 느껴지는 것을 구분해 천천히 살펴보겠습니다.</a:t>
            </a:r>
          </a:p>
          <a:p xmlns:a="http://schemas.openxmlformats.org/drawingml/2006/main">
            <a:r>
              <a:t>다음 질문: 설명하지 않고 보이는 사실만 말하면 무엇이 있나요?</a:t>
            </a:r>
          </a:p>
          <a:p xmlns:a="http://schemas.openxmlformats.org/drawingml/2006/main">
            <a:r>
              <a:t>참여자가 막혔을 때의 대체 질문: 무엇이 보이는지 말하기 어렵다면 가장 진한 곳, 빈 곳, 시선이 머무는 곳 중 하나를 골라보세요.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보이는 것을 확인했으니 그림 속 목소리를 한 문장으로 들어보겠습니다.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W03-S14</a:t>
            </a:r>
          </a:p>
          <a:p xmlns:a="http://schemas.openxmlformats.org/drawingml/2006/main">
            <a:r>
              <a:t>목적: 그림 속 주인공의 1인칭 목소리를 끌어낸다.</a:t>
            </a:r>
          </a:p>
          <a:p xmlns:a="http://schemas.openxmlformats.org/drawingml/2006/main">
            <a:r>
              <a:t>권장 시간: 10분</a:t>
            </a:r>
          </a:p>
          <a:p xmlns:a="http://schemas.openxmlformats.org/drawingml/2006/main">
            <a:r>
              <a:t>진행자 실제 발화: “이 역할이 한 문장을 말한다면 뭐라고 할까요?” 완벽한 문장일 필요는 없습니다. 그림 속 존재가 지금 말하는 것처럼 1인칭 한 문장으로 들려주세요.</a:t>
            </a:r>
          </a:p>
          <a:p xmlns:a="http://schemas.openxmlformats.org/drawingml/2006/main">
            <a:r>
              <a:t>다음 질문: 그 문장을 ‘나는…’으로 시작하면 어떻게 들리나요?</a:t>
            </a:r>
          </a:p>
          <a:p xmlns:a="http://schemas.openxmlformats.org/drawingml/2006/main">
            <a:r>
              <a:t>참여자가 막혔을 때의 대체 질문: 문장 대신 한 단어, 소리, 또는 말하지 않기를 선택해도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그 목소리가 지켜온 것과 지금 필요한 것을 함께 살펴보겠습니다.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W03-S15</a:t>
            </a:r>
          </a:p>
          <a:p xmlns:a="http://schemas.openxmlformats.org/drawingml/2006/main">
            <a:r>
              <a:t>목적: 욕구·두려움·보호방식·대가를 구조화한다.</a:t>
            </a:r>
          </a:p>
          <a:p xmlns:a="http://schemas.openxmlformats.org/drawingml/2006/main">
            <a:r>
              <a:t>권장 시간: 10분</a:t>
            </a:r>
          </a:p>
          <a:p xmlns:a="http://schemas.openxmlformats.org/drawingml/2006/main">
            <a:r>
              <a:t>진행자 실제 발화: “나를 지켜준 힘과 지금의 삶에서 치르는 대가는 무엇인가요?” 제가 의미를 정하지 않겠습니다. 당신이 고른 단어를 중심으로, 지켜준 점과 지금 필요한 점을 함께 보겠습니다.</a:t>
            </a:r>
          </a:p>
          <a:p xmlns:a="http://schemas.openxmlformats.org/drawingml/2006/main">
            <a:r>
              <a:t>다음 질문: 그 방식이 지켜준 것과 지금 치르는 대가는 각각 무엇인가요?</a:t>
            </a:r>
          </a:p>
          <a:p xmlns:a="http://schemas.openxmlformats.org/drawingml/2006/main">
            <a:r>
              <a:t>참여자가 막혔을 때의 대체 질문: 욕구가 어렵다면 ‘더 가까이/더 멀리/그대로’ 중 어디에 가까운가요?</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정답을 만들지 않고, 들은 핵심을 소그룹에서 반영해 보겠습니다.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W03-S16</a:t>
            </a:r>
          </a:p>
          <a:p xmlns:a="http://schemas.openxmlformats.org/drawingml/2006/main">
            <a:r>
              <a:t>목적: 조언·평가·대리 해석을 막고 반영 중심으로 나눈다.</a:t>
            </a:r>
          </a:p>
          <a:p xmlns:a="http://schemas.openxmlformats.org/drawingml/2006/main">
            <a:r>
              <a:t>권장 시간: 15분</a:t>
            </a:r>
          </a:p>
          <a:p xmlns:a="http://schemas.openxmlformats.org/drawingml/2006/main">
            <a:r>
              <a:t>진행자 실제 발화: “3인 나눔 / 유지할 힘 하나와 내려놓을 역할 하나를 말합니다.” 듣는 사람은 조언하거나 해석하지 않습니다. ‘제가 들은 핵심은…’으로 한 번만 반영해 주세요.</a:t>
            </a:r>
          </a:p>
          <a:p xmlns:a="http://schemas.openxmlformats.org/drawingml/2006/main">
            <a:r>
              <a:t>다음 질문: 상대의 말에서 그대로 되돌려 주고 싶은 핵심 단어는 무엇인가요?</a:t>
            </a:r>
          </a:p>
          <a:p xmlns:a="http://schemas.openxmlformats.org/drawingml/2006/main">
            <a:r>
              <a:t>참여자가 막혔을 때의 대체 질문: 설명 대신 작품에서 소개하고 싶은 부분 하나만 가리켜도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소그룹에서 나온 문장 가운데 전체와 나누고 싶은 것을 선택하겠습니다.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W03-S17</a:t>
            </a:r>
          </a:p>
          <a:p xmlns:a="http://schemas.openxmlformats.org/drawingml/2006/main">
            <a:r>
              <a:t>목적: 회기의 핵심 문장을 전체 장면으로 통합한다.</a:t>
            </a:r>
          </a:p>
          <a:p xmlns:a="http://schemas.openxmlformats.org/drawingml/2006/main">
            <a:r>
              <a:t>권장 시간: 8분</a:t>
            </a:r>
          </a:p>
          <a:p xmlns:a="http://schemas.openxmlformats.org/drawingml/2006/main">
            <a:r>
              <a:t>진행자 실제 발화: “역할을 벗어난 나를 한 문장으로 말합니다.” 모두가 말할 필요는 없습니다. 나누고 싶은 분의 문장 두세 개만 받고, 서로 다른 표현을 그대로 두겠습니다.</a:t>
            </a:r>
          </a:p>
          <a:p xmlns:a="http://schemas.openxmlformats.org/drawingml/2006/main">
            <a:r>
              <a:t>다음 질문: 오늘의 여러 문장 사이에서 공통으로 남는 것은 무엇인가요?</a:t>
            </a:r>
          </a:p>
          <a:p xmlns:a="http://schemas.openxmlformats.org/drawingml/2006/main">
            <a:r>
              <a:t>참여자가 막혔을 때의 대체 질문: 전체 이야기가 어렵다면 오늘 남기고 싶은 단어 하나만 골라도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오늘의 발견을 생활에서 확인할 수 있는 작은 행동으로 옮기겠습니다.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W03-S18</a:t>
            </a:r>
          </a:p>
          <a:p xmlns:a="http://schemas.openxmlformats.org/drawingml/2006/main">
            <a:r>
              <a:t>목적: 생활 속 관찰이나 작게 실행할 행동으로 번역한다.</a:t>
            </a:r>
          </a:p>
          <a:p xmlns:a="http://schemas.openxmlformats.org/drawingml/2006/main">
            <a:r>
              <a:t>권장 시간: 5분</a:t>
            </a:r>
          </a:p>
          <a:p xmlns:a="http://schemas.openxmlformats.org/drawingml/2006/main">
            <a:r>
              <a:t>진행자 실제 발화: “하루 중 자동적으로 역할을 맡는 장면 하나와 그 순간의 실제 욕구를 기록합니다.” 크게 바꾸기보다 실제 생활에서 확인할 수 있는 가장 작은 행동과 다시 시작하는 방법을 정하겠습니다.</a:t>
            </a:r>
          </a:p>
          <a:p xmlns:a="http://schemas.openxmlformats.org/drawingml/2006/main">
            <a:r>
              <a:t>다음 질문: 이 행동을 가장 작게 시작한다면 언제 무엇을 하면 될까요?</a:t>
            </a:r>
          </a:p>
          <a:p xmlns:a="http://schemas.openxmlformats.org/drawingml/2006/main">
            <a:r>
              <a:t>참여자가 막혔을 때의 대체 질문: 행동 대신 ‘멈출 것 하나’ 또는 ‘도움을 요청할 사람 하나’를 정해도 됩니다.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마지막으로 자신의 언어로 회기를 닫는 문장을 완성하겠습니다.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SLIDE_ID: W03-S19</a:t>
            </a:r>
          </a:p>
          <a:p xmlns:a="http://schemas.openxmlformats.org/drawingml/2006/main">
            <a:r>
              <a:t>목적: 발화자가 완성한 문장으로 회기를 닫는다.</a:t>
            </a:r>
          </a:p>
          <a:p xmlns:a="http://schemas.openxmlformats.org/drawingml/2006/main">
            <a:r>
              <a:t>권장 시간: 6분</a:t>
            </a:r>
          </a:p>
          <a:p xmlns:a="http://schemas.openxmlformats.org/drawingml/2006/main">
            <a:r>
              <a:t>진행자 실제 발화: “나는 살아남기 위해 ______한 사람이 되었다.” 빈칸은 자신의 단어로 완성합니다. 원한다면 직접 읽고, 읽지 않고 기록만 남겨도 괜찮습니다.</a:t>
            </a:r>
          </a:p>
          <a:p xmlns:a="http://schemas.openxmlformats.org/drawingml/2006/main">
            <a:r>
              <a:t>다음 질문: 이 문장을 오늘의 나에게 어떤 목소리로 들려주고 싶나요?</a:t>
            </a:r>
          </a:p>
          <a:p xmlns:a="http://schemas.openxmlformats.org/drawingml/2006/main">
            <a:r>
              <a:t>참여자가 막혔을 때의 대체 질문: 빈칸을 채우지 않고 지금 남은 느낌만 표시해도 괜찮습니다.</a:t>
            </a:r>
          </a:p>
          <a:p xmlns:a="http://schemas.openxmlformats.org/drawingml/2006/main">
            <a:r>
              <a:t>정서 반응이 커졌을 때의 대응: 역할과 방어를 결함으로 다루지 않는다. 지켜준 기능을 먼저 인정한 뒤 조절 가능성을 탐색한다. 질문과 해석을 멈추고 현재 장소와 시간을 확인한다. 발바닥·의자·주변의 색을 느끼게 한 뒤, 물 마시기·자리 이동·잠시 쉬기 중에서 참여자가 선택하게 한다. 계속 참여할지 스스로 고르게 하고, 구체적 위험 표현이 있으면 합의된 전문 지원 절차로 연결한다.</a:t>
            </a:r>
          </a:p>
          <a:p xmlns:a="http://schemas.openxmlformats.org/drawingml/2006/main">
            <a:r>
              <a:t>워크북 코드: WB-W03</a:t>
            </a:r>
          </a:p>
          <a:p xmlns:a="http://schemas.openxmlformats.org/drawingml/2006/main">
            <a:r>
              <a:t>다음 슬라이드 전환 문장: 오늘의 문장을 자신의 기록으로 남기고, 서두르지 않고 회기를 마치겠습니다.</a:t>
            </a:r>
          </a:p>
          <a:p xmlns:a="http://schemas.openxmlformats.org/drawingml/2006/main">
            <a:r>
              <a:t/>
            </a:r>
          </a:p>
          <a:p xmlns:a="http://schemas.openxmlformats.org/drawingml/2006/main">
            <a:r>
              <a:t>[Sources]</a:t>
            </a:r>
          </a:p>
          <a:p xmlns:a="http://schemas.openxmlformats.org/drawingml/2006/main">
            <a:r>
              <a:t>- 사용자 제공 소스팩: SLIDE_MANIFEST_114.csv / W03 주차 대본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e790c703844e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47f8103f234c1e" /><Relationship Type="http://schemas.openxmlformats.org/officeDocument/2006/relationships/slideLayout" Target="/ppt/slideLayouts/slideLayout1.xml" Id="R0f9d94149ace47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9d94149ace47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a3f576e0c24ae2" /><Relationship Type="http://schemas.openxmlformats.org/officeDocument/2006/relationships/notesSlide" Target="/ppt/notesSlides/notesSlide1.xml" Id="Rdc4e81484e4744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84a237d22f4f86" /><Relationship Type="http://schemas.openxmlformats.org/officeDocument/2006/relationships/notesSlide" Target="/ppt/notesSlides/notesSlide2.xml" Id="Ra5cc2ddacec54d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d295ad0c1c4f29" /><Relationship Type="http://schemas.openxmlformats.org/officeDocument/2006/relationships/notesSlide" Target="/ppt/notesSlides/notesSlide3.xml" Id="Rc05f772e946e4c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cd8fb2a5f749ec" /><Relationship Type="http://schemas.openxmlformats.org/officeDocument/2006/relationships/notesSlide" Target="/ppt/notesSlides/notesSlide4.xml" Id="Rf97c1949a71e4b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d403ec6dba471c" /><Relationship Type="http://schemas.openxmlformats.org/officeDocument/2006/relationships/notesSlide" Target="/ppt/notesSlides/notesSlide5.xml" Id="R2a4a553f53064c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f8d802e0ed43a8" /><Relationship Type="http://schemas.openxmlformats.org/officeDocument/2006/relationships/notesSlide" Target="/ppt/notesSlides/notesSlide6.xml" Id="Rb698c12f6db34f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9f0122cbca4105" /><Relationship Type="http://schemas.openxmlformats.org/officeDocument/2006/relationships/notesSlide" Target="/ppt/notesSlides/notesSlide7.xml" Id="Redf43bb5619440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355102c9404dd2" /><Relationship Type="http://schemas.openxmlformats.org/officeDocument/2006/relationships/notesSlide" Target="/ppt/notesSlides/notesSlide8.xml" Id="Rd5a0fd7d1bd046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07815ad3874057" /><Relationship Type="http://schemas.openxmlformats.org/officeDocument/2006/relationships/notesSlide" Target="/ppt/notesSlides/notesSlide9.xml" Id="Rcbcf3b7fc3d548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ae123ed2b84524" /><Relationship Type="http://schemas.openxmlformats.org/officeDocument/2006/relationships/notesSlide" Target="/ppt/notesSlides/notesSlide10.xml" Id="R18bda6e228694c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4b0421d35324fd1" /><Relationship Type="http://schemas.openxmlformats.org/officeDocument/2006/relationships/notesSlide" Target="/ppt/notesSlides/notesSlide11.xml" Id="R4e6ddc49fc3c44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d054f2f3fb4fa7" /><Relationship Type="http://schemas.openxmlformats.org/officeDocument/2006/relationships/notesSlide" Target="/ppt/notesSlides/notesSlide12.xml" Id="R137f847d01524f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5507f6e32cc4baf" /><Relationship Type="http://schemas.openxmlformats.org/officeDocument/2006/relationships/notesSlide" Target="/ppt/notesSlides/notesSlide13.xml" Id="R93931b64e58f4f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358cefe830642a6" /><Relationship Type="http://schemas.openxmlformats.org/officeDocument/2006/relationships/notesSlide" Target="/ppt/notesSlides/notesSlide14.xml" Id="R94b04f7d65e048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2f251caeddd44e6" /><Relationship Type="http://schemas.openxmlformats.org/officeDocument/2006/relationships/notesSlide" Target="/ppt/notesSlides/notesSlide15.xml" Id="Rbf1903e28ce84e0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606d6a326842f1" /><Relationship Type="http://schemas.openxmlformats.org/officeDocument/2006/relationships/notesSlide" Target="/ppt/notesSlides/notesSlide16.xml" Id="R0201bf7c718b4c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9c11f849174499f" /><Relationship Type="http://schemas.openxmlformats.org/officeDocument/2006/relationships/notesSlide" Target="/ppt/notesSlides/notesSlide17.xml" Id="R645cdb206f7247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abe83b505dc4a9f" /><Relationship Type="http://schemas.openxmlformats.org/officeDocument/2006/relationships/notesSlide" Target="/ppt/notesSlides/notesSlide18.xml" Id="R1933aca987234b8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aca313dd7784fa9" /><Relationship Type="http://schemas.openxmlformats.org/officeDocument/2006/relationships/notesSlide" Target="/ppt/notesSlides/notesSlide19.xml" Id="R01ea1bc7d8f5468a" /></Relationships>
</file>

<file path=ppt/slides/slide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01-week">
            <a:extLst xmlns:a="http://schemas.openxmlformats.org/drawingml/2006/main">
              <a:ext uri="{FF2B5EF4-FFF2-40B4-BE49-F238E27FC236}">
                <a16:creationId xmlns:a16="http://schemas.microsoft.com/office/drawing/2014/main" id="{77A808E3-53F8-45DA-A7EF-DA40A4568AA2}"/>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01</a:t>
            </a:r>
          </a:p>
        </p:txBody>
      </p:sp>
      <p:sp>
        <p:nvSpPr>
          <p:cNvPr id="2" name="W03-S01-label">
            <a:extLst xmlns:a="http://schemas.openxmlformats.org/drawingml/2006/main">
              <a:ext uri="{FF2B5EF4-FFF2-40B4-BE49-F238E27FC236}">
                <a16:creationId xmlns:a16="http://schemas.microsoft.com/office/drawing/2014/main" id="{13454E0D-93A0-4725-B9A2-A6D0B861B46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주차 타이틀</a:t>
            </a:r>
          </a:p>
        </p:txBody>
      </p:sp>
      <p:sp>
        <p:nvSpPr>
          <p:cNvPr id="3" name="W03-S01-brand">
            <a:extLst xmlns:a="http://schemas.openxmlformats.org/drawingml/2006/main">
              <a:ext uri="{FF2B5EF4-FFF2-40B4-BE49-F238E27FC236}">
                <a16:creationId xmlns:a16="http://schemas.microsoft.com/office/drawing/2014/main" id="{6023B12A-E079-4745-B997-A0CBA3B073E0}"/>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1-id">
            <a:extLst xmlns:a="http://schemas.openxmlformats.org/drawingml/2006/main">
              <a:ext uri="{FF2B5EF4-FFF2-40B4-BE49-F238E27FC236}">
                <a16:creationId xmlns:a16="http://schemas.microsoft.com/office/drawing/2014/main" id="{D2063D3B-5041-4AFB-9F5D-7393D48B4ADA}"/>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W03-S01</a:t>
            </a:r>
          </a:p>
        </p:txBody>
      </p:sp>
      <p:sp>
        <p:nvSpPr>
          <p:cNvPr id="5" name="W03-S01-giant-week">
            <a:extLst xmlns:a="http://schemas.openxmlformats.org/drawingml/2006/main">
              <a:ext uri="{FF2B5EF4-FFF2-40B4-BE49-F238E27FC236}">
                <a16:creationId xmlns:a16="http://schemas.microsoft.com/office/drawing/2014/main" id="{4A00E305-7018-4509-86C7-9AB2709A62B6}"/>
              </a:ext>
            </a:extLst>
          </p:cNvPr>
          <p:cNvSpPr>
            <a:spLocks xmlns:a="http://schemas.openxmlformats.org/drawingml/2006/main" noGrp="1"/>
          </p:cNvSpPr>
          <p:nvPr/>
        </p:nvSpPr>
        <p:spPr>
          <a:xfrm xmlns:a="http://schemas.openxmlformats.org/drawingml/2006/main">
            <a:off x="781050" y="1476375"/>
            <a:ext cx="6858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55"/>
          </a:bodyPr>
          <a:lstStyle xmlns:a="http://schemas.openxmlformats.org/drawingml/2006/main"/>
          <a:p xmlns:a="http://schemas.openxmlformats.org/drawingml/2006/main">
            <a:pPr algn="l">
              <a:lnSpc>
                <a:spcPct val="104000"/>
              </a:lnSpc>
              <a:buNone/>
              <a:defRPr sz="16500" b="1">
                <a:solidFill>
                  <a:srgbClr val="4E8B83"/>
                </a:solidFill>
                <a:latin typeface="Noto Sans KR"/>
                <a:ea typeface="Noto Sans KR"/>
                <a:cs typeface="Noto Sans KR"/>
              </a:defRPr>
            </a:pPr>
            <a:r>
              <a:rPr sz="16500" b="1">
                <a:solidFill>
                  <a:srgbClr val="4E8B83"/>
                </a:solidFill>
                <a:latin typeface="Noto Sans KR"/>
                <a:ea typeface="Noto Sans KR"/>
                <a:cs typeface="Noto Sans KR"/>
              </a:rPr>
              <a:t>W03</a:t>
            </a:r>
          </a:p>
        </p:txBody>
      </p:sp>
      <p:sp>
        <p:nvSpPr>
          <p:cNvPr id="6" name="W03-S01-title-rule">
            <a:extLst xmlns:a="http://schemas.openxmlformats.org/drawingml/2006/main">
              <a:ext uri="{FF2B5EF4-FFF2-40B4-BE49-F238E27FC236}">
                <a16:creationId xmlns:a16="http://schemas.microsoft.com/office/drawing/2014/main" id="{1D4F84D8-13E9-4FB1-966F-899BE829A043}"/>
              </a:ext>
            </a:extLst>
          </p:cNvPr>
          <p:cNvSpPr>
            <a:spLocks xmlns:a="http://schemas.openxmlformats.org/drawingml/2006/main" noGrp="1"/>
          </p:cNvSpPr>
          <p:nvPr/>
        </p:nvSpPr>
        <p:spPr>
          <a:xfrm xmlns:a="http://schemas.openxmlformats.org/drawingml/2006/main">
            <a:off x="914400" y="4476750"/>
            <a:ext cx="16383000" cy="381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3-S01-body">
            <a:extLst xmlns:a="http://schemas.openxmlformats.org/drawingml/2006/main">
              <a:ext uri="{FF2B5EF4-FFF2-40B4-BE49-F238E27FC236}">
                <a16:creationId xmlns:a16="http://schemas.microsoft.com/office/drawing/2014/main" id="{F6FA6143-1A30-41C0-8205-1C1CAD6AF63A}"/>
              </a:ext>
            </a:extLst>
          </p:cNvPr>
          <p:cNvSpPr>
            <a:spLocks xmlns:a="http://schemas.openxmlformats.org/drawingml/2006/main" noGrp="1"/>
          </p:cNvSpPr>
          <p:nvPr/>
        </p:nvSpPr>
        <p:spPr>
          <a:xfrm xmlns:a="http://schemas.openxmlformats.org/drawingml/2006/main">
            <a:off x="876300" y="5095875"/>
            <a:ext cx="1438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7800" b="1">
                <a:solidFill>
                  <a:srgbClr val="101828"/>
                </a:solidFill>
                <a:latin typeface="Noto Sans KR"/>
                <a:ea typeface="Noto Sans KR"/>
                <a:cs typeface="Noto Sans KR"/>
              </a:defRPr>
            </a:pPr>
            <a:r>
              <a:rPr sz="7800" b="1">
                <a:solidFill>
                  <a:srgbClr val="101828"/>
                </a:solidFill>
                <a:latin typeface="Noto Sans KR"/>
                <a:ea typeface="Noto Sans KR"/>
                <a:cs typeface="Noto Sans KR"/>
              </a:rPr>
              <a:t>W03 / 지금의 나를 새롭게 그려보기</a:t>
            </a:r>
          </a:p>
        </p:txBody>
      </p:sp>
      <p:sp>
        <p:nvSpPr>
          <p:cNvPr id="8" name="W03-S01-prompt">
            <a:extLst xmlns:a="http://schemas.openxmlformats.org/drawingml/2006/main">
              <a:ext uri="{FF2B5EF4-FFF2-40B4-BE49-F238E27FC236}">
                <a16:creationId xmlns:a16="http://schemas.microsoft.com/office/drawing/2014/main" id="{F843BDFB-3E39-414F-8A1D-1658BC515D47}"/>
              </a:ext>
            </a:extLst>
          </p:cNvPr>
          <p:cNvSpPr>
            <a:spLocks xmlns:a="http://schemas.openxmlformats.org/drawingml/2006/main" noGrp="1"/>
          </p:cNvSpPr>
          <p:nvPr/>
        </p:nvSpPr>
        <p:spPr>
          <a:xfrm xmlns:a="http://schemas.openxmlformats.org/drawingml/2006/main">
            <a:off x="914400" y="80962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950" b="1">
                <a:solidFill>
                  <a:srgbClr val="667085"/>
                </a:solidFill>
                <a:latin typeface="Noto Sans KR"/>
                <a:ea typeface="Noto Sans KR"/>
                <a:cs typeface="Noto Sans KR"/>
              </a:defRPr>
            </a:pPr>
            <a:r>
              <a:rPr sz="1950" b="1">
                <a:solidFill>
                  <a:srgbClr val="667085"/>
                </a:solidFill>
                <a:latin typeface="Noto Sans KR"/>
                <a:ea typeface="Noto Sans KR"/>
                <a:cs typeface="Noto Sans KR"/>
              </a:rPr>
              <a:t>ARRIVE  ·  DRAW  ·  READ  ·  CONNECT</a:t>
            </a:r>
          </a:p>
        </p:txBody>
      </p:sp>
      <p:sp>
        <p:nvSpPr>
          <p:cNvPr id="9" name="W03-S01-circle">
            <a:extLst xmlns:a="http://schemas.openxmlformats.org/drawingml/2006/main">
              <a:ext uri="{FF2B5EF4-FFF2-40B4-BE49-F238E27FC236}">
                <a16:creationId xmlns:a16="http://schemas.microsoft.com/office/drawing/2014/main" id="{2B66FC11-AE66-42E1-84E2-64D53D0BEC9D}"/>
              </a:ext>
            </a:extLst>
          </p:cNvPr>
          <p:cNvSpPr>
            <a:spLocks xmlns:a="http://schemas.openxmlformats.org/drawingml/2006/main" noGrp="1"/>
          </p:cNvSpPr>
          <p:nvPr/>
        </p:nvSpPr>
        <p:spPr>
          <a:xfrm xmlns:a="http://schemas.openxmlformats.org/drawingml/2006/main">
            <a:off x="15335250" y="7239000"/>
            <a:ext cx="1428750" cy="1428750"/>
          </a:xfrm>
          <a:prstGeom xmlns:a="http://schemas.openxmlformats.org/drawingml/2006/main" prst="ellipse">
            <a:avLst/>
          </a:prstGeom>
          <a:noFill xmlns:a="http://schemas.openxmlformats.org/drawingml/2006/main"/>
          <a:ln xmlns:a="http://schemas.openxmlformats.org/drawingml/2006/main" w="28575">
            <a:solidFill>
              <a:srgbClr val="101828"/>
            </a:solidFill>
            <a:prstDash val="solid"/>
          </a:ln>
        </p:spPr>
      </p:sp>
      <p:sp>
        <p:nvSpPr>
          <p:cNvPr id="10" name="W03-S01-circle-line">
            <a:extLst xmlns:a="http://schemas.openxmlformats.org/drawingml/2006/main">
              <a:ext uri="{FF2B5EF4-FFF2-40B4-BE49-F238E27FC236}">
                <a16:creationId xmlns:a16="http://schemas.microsoft.com/office/drawing/2014/main" id="{CE733397-D6AC-42EE-A053-E94F379263AD}"/>
              </a:ext>
            </a:extLst>
          </p:cNvPr>
          <p:cNvSpPr>
            <a:spLocks xmlns:a="http://schemas.openxmlformats.org/drawingml/2006/main" noGrp="1"/>
          </p:cNvSpPr>
          <p:nvPr/>
        </p:nvSpPr>
        <p:spPr>
          <a:xfrm xmlns:a="http://schemas.openxmlformats.org/drawingml/2006/main">
            <a:off x="16049625" y="7096125"/>
            <a:ext cx="28575" cy="17145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Tree>
    <p:extLst>
      <p:ext uri="{BB962C8B-B14F-4D97-AF65-F5344CB8AC3E}">
        <p14:creationId xmlns:p14="http://schemas.microsoft.com/office/powerpoint/2010/main" val="485061819"/>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02-week">
            <a:extLst xmlns:a="http://schemas.openxmlformats.org/drawingml/2006/main">
              <a:ext uri="{FF2B5EF4-FFF2-40B4-BE49-F238E27FC236}">
                <a16:creationId xmlns:a16="http://schemas.microsoft.com/office/drawing/2014/main" id="{1C6093F3-18F2-4B9C-9F37-60C33B5D00A7}"/>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02</a:t>
            </a:r>
          </a:p>
        </p:txBody>
      </p:sp>
      <p:sp>
        <p:nvSpPr>
          <p:cNvPr id="2" name="W03-S02-label">
            <a:extLst xmlns:a="http://schemas.openxmlformats.org/drawingml/2006/main">
              <a:ext uri="{FF2B5EF4-FFF2-40B4-BE49-F238E27FC236}">
                <a16:creationId xmlns:a16="http://schemas.microsoft.com/office/drawing/2014/main" id="{66B9539E-523A-4591-BA9C-13C779A3065B}"/>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오늘의 장면</a:t>
            </a:r>
          </a:p>
        </p:txBody>
      </p:sp>
      <p:sp>
        <p:nvSpPr>
          <p:cNvPr id="3" name="W03-S02-brand">
            <a:extLst xmlns:a="http://schemas.openxmlformats.org/drawingml/2006/main">
              <a:ext uri="{FF2B5EF4-FFF2-40B4-BE49-F238E27FC236}">
                <a16:creationId xmlns:a16="http://schemas.microsoft.com/office/drawing/2014/main" id="{3259F786-7F3C-40B8-B6F9-1DE1B30754B0}"/>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2-id">
            <a:extLst xmlns:a="http://schemas.openxmlformats.org/drawingml/2006/main">
              <a:ext uri="{FF2B5EF4-FFF2-40B4-BE49-F238E27FC236}">
                <a16:creationId xmlns:a16="http://schemas.microsoft.com/office/drawing/2014/main" id="{BC9C0D98-73FA-42E4-9372-011AFA99BE0F}"/>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W03-S02</a:t>
            </a:r>
          </a:p>
        </p:txBody>
      </p:sp>
      <p:sp>
        <p:nvSpPr>
          <p:cNvPr id="5" name="W03-S02-backword">
            <a:extLst xmlns:a="http://schemas.openxmlformats.org/drawingml/2006/main">
              <a:ext uri="{FF2B5EF4-FFF2-40B4-BE49-F238E27FC236}">
                <a16:creationId xmlns:a16="http://schemas.microsoft.com/office/drawing/2014/main" id="{FF840909-127B-44C1-90D8-EA06D647CE95}"/>
              </a:ext>
            </a:extLst>
          </p:cNvPr>
          <p:cNvSpPr>
            <a:spLocks xmlns:a="http://schemas.openxmlformats.org/drawingml/2006/main" noGrp="1"/>
          </p:cNvSpPr>
          <p:nvPr/>
        </p:nvSpPr>
        <p:spPr>
          <a:xfrm xmlns:a="http://schemas.openxmlformats.org/drawingml/2006/main">
            <a:off x="8001000" y="1476375"/>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55"/>
          </a:bodyPr>
          <a:lstStyle xmlns:a="http://schemas.openxmlformats.org/drawingml/2006/main"/>
          <a:p xmlns:a="http://schemas.openxmlformats.org/drawingml/2006/main">
            <a:pPr algn="r">
              <a:lnSpc>
                <a:spcPct val="104000"/>
              </a:lnSpc>
              <a:buNone/>
              <a:defRPr sz="12750" b="1">
                <a:solidFill>
                  <a:srgbClr val="4E8B83">
                    <a:alpha val="25000"/>
                  </a:srgbClr>
                </a:solidFill>
                <a:latin typeface="Noto Sans KR"/>
                <a:ea typeface="Noto Sans KR"/>
                <a:cs typeface="Noto Sans KR"/>
              </a:defRPr>
            </a:pPr>
            <a:r>
              <a:rPr sz="12750" b="1">
                <a:solidFill>
                  <a:srgbClr val="4E8B83">
                    <a:alpha val="25000"/>
                  </a:srgbClr>
                </a:solidFill>
                <a:latin typeface="Noto Sans KR"/>
                <a:ea typeface="Noto Sans KR"/>
                <a:cs typeface="Noto Sans KR"/>
              </a:rPr>
              <a:t>SCENE</a:t>
            </a:r>
          </a:p>
        </p:txBody>
      </p:sp>
      <p:sp>
        <p:nvSpPr>
          <p:cNvPr id="6" name="W03-S02-accent">
            <a:extLst xmlns:a="http://schemas.openxmlformats.org/drawingml/2006/main">
              <a:ext uri="{FF2B5EF4-FFF2-40B4-BE49-F238E27FC236}">
                <a16:creationId xmlns:a16="http://schemas.microsoft.com/office/drawing/2014/main" id="{13739FB9-EE10-44A6-9672-DDFA66C42521}"/>
              </a:ext>
            </a:extLst>
          </p:cNvPr>
          <p:cNvSpPr>
            <a:spLocks xmlns:a="http://schemas.openxmlformats.org/drawingml/2006/main" noGrp="1"/>
          </p:cNvSpPr>
          <p:nvPr/>
        </p:nvSpPr>
        <p:spPr>
          <a:xfrm xmlns:a="http://schemas.openxmlformats.org/drawingml/2006/main">
            <a:off x="895350" y="2000250"/>
            <a:ext cx="209550" cy="581025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7" name="W03-S02-body">
            <a:extLst xmlns:a="http://schemas.openxmlformats.org/drawingml/2006/main">
              <a:ext uri="{FF2B5EF4-FFF2-40B4-BE49-F238E27FC236}">
                <a16:creationId xmlns:a16="http://schemas.microsoft.com/office/drawing/2014/main" id="{6C1489FB-AFE5-4AA6-A3EC-1F3A89DE78F7}"/>
              </a:ext>
            </a:extLst>
          </p:cNvPr>
          <p:cNvSpPr>
            <a:spLocks xmlns:a="http://schemas.openxmlformats.org/drawingml/2006/main" noGrp="1"/>
          </p:cNvSpPr>
          <p:nvPr/>
        </p:nvSpPr>
        <p:spPr>
          <a:xfrm xmlns:a="http://schemas.openxmlformats.org/drawingml/2006/main">
            <a:off x="1619250" y="2571750"/>
            <a:ext cx="13525500"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살아남기 위해 만들어진 나를 다시 바라봅니다.</a:t>
            </a:r>
          </a:p>
        </p:txBody>
      </p:sp>
      <p:sp>
        <p:nvSpPr>
          <p:cNvPr id="8" name="W03-S02-pause">
            <a:extLst xmlns:a="http://schemas.openxmlformats.org/drawingml/2006/main">
              <a:ext uri="{FF2B5EF4-FFF2-40B4-BE49-F238E27FC236}">
                <a16:creationId xmlns:a16="http://schemas.microsoft.com/office/drawing/2014/main" id="{E6DE7E0B-E179-45B7-988F-F1BD6E1C2DA5}"/>
              </a:ext>
            </a:extLst>
          </p:cNvPr>
          <p:cNvSpPr>
            <a:spLocks xmlns:a="http://schemas.openxmlformats.org/drawingml/2006/main" noGrp="1"/>
          </p:cNvSpPr>
          <p:nvPr/>
        </p:nvSpPr>
        <p:spPr>
          <a:xfrm xmlns:a="http://schemas.openxmlformats.org/drawingml/2006/main">
            <a:off x="1619250" y="723900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잠시 머물러 봅니다.</a:t>
            </a:r>
          </a:p>
        </p:txBody>
      </p:sp>
    </p:spTree>
    <p:extLst>
      <p:ext uri="{BB962C8B-B14F-4D97-AF65-F5344CB8AC3E}">
        <p14:creationId xmlns:p14="http://schemas.microsoft.com/office/powerpoint/2010/main" val="1926838443"/>
      </p:ext>
    </p:extLst>
  </p:cSld>
</p:sld>
</file>

<file path=ppt/slides/slide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03-week">
            <a:extLst xmlns:a="http://schemas.openxmlformats.org/drawingml/2006/main">
              <a:ext uri="{FF2B5EF4-FFF2-40B4-BE49-F238E27FC236}">
                <a16:creationId xmlns:a16="http://schemas.microsoft.com/office/drawing/2014/main" id="{D28D46E3-F146-4624-8A89-6C470AD52722}"/>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03</a:t>
            </a:r>
          </a:p>
        </p:txBody>
      </p:sp>
      <p:sp>
        <p:nvSpPr>
          <p:cNvPr id="2" name="W03-S03-label">
            <a:extLst xmlns:a="http://schemas.openxmlformats.org/drawingml/2006/main">
              <a:ext uri="{FF2B5EF4-FFF2-40B4-BE49-F238E27FC236}">
                <a16:creationId xmlns:a16="http://schemas.microsoft.com/office/drawing/2014/main" id="{BA3CB3CD-9636-4B23-BA89-BFF86D019EA0}"/>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현재 상태 한 단어</a:t>
            </a:r>
          </a:p>
        </p:txBody>
      </p:sp>
      <p:sp>
        <p:nvSpPr>
          <p:cNvPr id="3" name="W03-S03-brand">
            <a:extLst xmlns:a="http://schemas.openxmlformats.org/drawingml/2006/main">
              <a:ext uri="{FF2B5EF4-FFF2-40B4-BE49-F238E27FC236}">
                <a16:creationId xmlns:a16="http://schemas.microsoft.com/office/drawing/2014/main" id="{7A2694A7-33FA-45EF-A3E0-4B7E8678F74B}"/>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3-id">
            <a:extLst xmlns:a="http://schemas.openxmlformats.org/drawingml/2006/main">
              <a:ext uri="{FF2B5EF4-FFF2-40B4-BE49-F238E27FC236}">
                <a16:creationId xmlns:a16="http://schemas.microsoft.com/office/drawing/2014/main" id="{8D729036-945A-42C3-9AC5-6D9960184853}"/>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W03-S03</a:t>
            </a:r>
          </a:p>
        </p:txBody>
      </p:sp>
      <p:sp>
        <p:nvSpPr>
          <p:cNvPr id="5" name="W03-S03-q">
            <a:extLst xmlns:a="http://schemas.openxmlformats.org/drawingml/2006/main">
              <a:ext uri="{FF2B5EF4-FFF2-40B4-BE49-F238E27FC236}">
                <a16:creationId xmlns:a16="http://schemas.microsoft.com/office/drawing/2014/main" id="{0BF4B6B9-924D-4900-9D5F-B5312E65B582}"/>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4E8B83"/>
                </a:solidFill>
                <a:latin typeface="Noto Sans KR"/>
                <a:ea typeface="Noto Sans KR"/>
                <a:cs typeface="Noto Sans KR"/>
              </a:defRPr>
            </a:pPr>
            <a:r>
              <a:rPr sz="14250" b="1">
                <a:solidFill>
                  <a:srgbClr val="4E8B83"/>
                </a:solidFill>
                <a:latin typeface="Noto Sans KR"/>
                <a:ea typeface="Noto Sans KR"/>
                <a:cs typeface="Noto Sans KR"/>
              </a:rPr>
              <a:t>Q.</a:t>
            </a:r>
          </a:p>
        </p:txBody>
      </p:sp>
      <p:sp>
        <p:nvSpPr>
          <p:cNvPr id="6" name="W03-S03-body">
            <a:extLst xmlns:a="http://schemas.openxmlformats.org/drawingml/2006/main">
              <a:ext uri="{FF2B5EF4-FFF2-40B4-BE49-F238E27FC236}">
                <a16:creationId xmlns:a16="http://schemas.microsoft.com/office/drawing/2014/main" id="{6D1D4188-D3A8-4518-88F7-756B2B447169}"/>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지금의 감정과 몸의 상태를 한 단어로 적어주세요.</a:t>
            </a:r>
          </a:p>
        </p:txBody>
      </p:sp>
      <p:sp>
        <p:nvSpPr>
          <p:cNvPr id="7" name="W03-S03-under">
            <a:extLst xmlns:a="http://schemas.openxmlformats.org/drawingml/2006/main">
              <a:ext uri="{FF2B5EF4-FFF2-40B4-BE49-F238E27FC236}">
                <a16:creationId xmlns:a16="http://schemas.microsoft.com/office/drawing/2014/main" id="{1B6C6D21-E63E-4D71-8468-E3190C995D7C}"/>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03-cue">
            <a:extLst xmlns:a="http://schemas.openxmlformats.org/drawingml/2006/main">
              <a:ext uri="{FF2B5EF4-FFF2-40B4-BE49-F238E27FC236}">
                <a16:creationId xmlns:a16="http://schemas.microsoft.com/office/drawing/2014/main" id="{C183C3FA-7E3B-4DA1-AF7D-419F84319798}"/>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1069557411"/>
      </p:ext>
    </p:extLst>
  </p:cSld>
</p:sld>
</file>

<file path=ppt/slides/slide4.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04-week">
            <a:extLst xmlns:a="http://schemas.openxmlformats.org/drawingml/2006/main">
              <a:ext uri="{FF2B5EF4-FFF2-40B4-BE49-F238E27FC236}">
                <a16:creationId xmlns:a16="http://schemas.microsoft.com/office/drawing/2014/main" id="{75F67280-DAAA-476A-966E-324047C34402}"/>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04</a:t>
            </a:r>
          </a:p>
        </p:txBody>
      </p:sp>
      <p:sp>
        <p:nvSpPr>
          <p:cNvPr id="2" name="W03-S04-label">
            <a:extLst xmlns:a="http://schemas.openxmlformats.org/drawingml/2006/main">
              <a:ext uri="{FF2B5EF4-FFF2-40B4-BE49-F238E27FC236}">
                <a16:creationId xmlns:a16="http://schemas.microsoft.com/office/drawing/2014/main" id="{67B798AC-1FFC-4F21-9B01-F49389E38C99}"/>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참여 선택권</a:t>
            </a:r>
          </a:p>
        </p:txBody>
      </p:sp>
      <p:sp>
        <p:nvSpPr>
          <p:cNvPr id="3" name="W03-S04-brand">
            <a:extLst xmlns:a="http://schemas.openxmlformats.org/drawingml/2006/main">
              <a:ext uri="{FF2B5EF4-FFF2-40B4-BE49-F238E27FC236}">
                <a16:creationId xmlns:a16="http://schemas.microsoft.com/office/drawing/2014/main" id="{7AE1166F-A653-41B2-8E2D-8D5C83AA89AF}"/>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04-id">
            <a:extLst xmlns:a="http://schemas.openxmlformats.org/drawingml/2006/main">
              <a:ext uri="{FF2B5EF4-FFF2-40B4-BE49-F238E27FC236}">
                <a16:creationId xmlns:a16="http://schemas.microsoft.com/office/drawing/2014/main" id="{C25C3A68-0783-442F-8C12-D6262F846251}"/>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W03-S04</a:t>
            </a:r>
          </a:p>
        </p:txBody>
      </p:sp>
      <p:sp>
        <p:nvSpPr>
          <p:cNvPr id="5" name="W03-S04-choice">
            <a:extLst xmlns:a="http://schemas.openxmlformats.org/drawingml/2006/main">
              <a:ext uri="{FF2B5EF4-FFF2-40B4-BE49-F238E27FC236}">
                <a16:creationId xmlns:a16="http://schemas.microsoft.com/office/drawing/2014/main" id="{D4754220-5C7A-4B7E-9DEC-C15E0C2AF733}"/>
              </a:ext>
            </a:extLst>
          </p:cNvPr>
          <p:cNvSpPr>
            <a:spLocks xmlns:a="http://schemas.openxmlformats.org/drawingml/2006/main" noGrp="1"/>
          </p:cNvSpPr>
          <p:nvPr/>
        </p:nvSpPr>
        <p:spPr>
          <a:xfrm xmlns:a="http://schemas.openxmlformats.org/drawingml/2006/main">
            <a:off x="857250" y="1524000"/>
            <a:ext cx="9525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0" b="1">
                <a:solidFill>
                  <a:srgbClr val="4E8B83">
                    <a:alpha val="35000"/>
                  </a:srgbClr>
                </a:solidFill>
                <a:latin typeface="Noto Sans KR"/>
                <a:ea typeface="Noto Sans KR"/>
                <a:cs typeface="Noto Sans KR"/>
              </a:defRPr>
            </a:pPr>
            <a:r>
              <a:rPr sz="12000" b="1">
                <a:solidFill>
                  <a:srgbClr val="4E8B83">
                    <a:alpha val="35000"/>
                  </a:srgbClr>
                </a:solidFill>
                <a:latin typeface="Noto Sans KR"/>
                <a:ea typeface="Noto Sans KR"/>
                <a:cs typeface="Noto Sans KR"/>
              </a:rPr>
              <a:t>CHOICE</a:t>
            </a:r>
          </a:p>
        </p:txBody>
      </p:sp>
      <p:sp>
        <p:nvSpPr>
          <p:cNvPr id="6" name="W03-S04-body">
            <a:extLst xmlns:a="http://schemas.openxmlformats.org/drawingml/2006/main">
              <a:ext uri="{FF2B5EF4-FFF2-40B4-BE49-F238E27FC236}">
                <a16:creationId xmlns:a16="http://schemas.microsoft.com/office/drawing/2014/main" id="{9CE44FC0-C037-4742-BC6E-49D7AAC204BB}"/>
              </a:ext>
            </a:extLst>
          </p:cNvPr>
          <p:cNvSpPr>
            <a:spLocks xmlns:a="http://schemas.openxmlformats.org/drawingml/2006/main" noGrp="1"/>
          </p:cNvSpPr>
          <p:nvPr/>
        </p:nvSpPr>
        <p:spPr>
          <a:xfrm xmlns:a="http://schemas.openxmlformats.org/drawingml/2006/main">
            <a:off x="914400" y="3714750"/>
            <a:ext cx="15621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말하지 않아도, 질문을 건너뛰어도, 잠시 쉬어가도 괜찮습니다.</a:t>
            </a:r>
          </a:p>
        </p:txBody>
      </p:sp>
      <p:sp>
        <p:nvSpPr>
          <p:cNvPr id="7" name="W03-S04-opt-rule-0">
            <a:extLst xmlns:a="http://schemas.openxmlformats.org/drawingml/2006/main">
              <a:ext uri="{FF2B5EF4-FFF2-40B4-BE49-F238E27FC236}">
                <a16:creationId xmlns:a16="http://schemas.microsoft.com/office/drawing/2014/main" id="{540CE436-670C-4714-BF9F-38D7BD4E4277}"/>
              </a:ext>
            </a:extLst>
          </p:cNvPr>
          <p:cNvSpPr>
            <a:spLocks xmlns:a="http://schemas.openxmlformats.org/drawingml/2006/main" noGrp="1"/>
          </p:cNvSpPr>
          <p:nvPr/>
        </p:nvSpPr>
        <p:spPr>
          <a:xfrm xmlns:a="http://schemas.openxmlformats.org/drawingml/2006/main">
            <a:off x="914400" y="7239000"/>
            <a:ext cx="4095750" cy="381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04-opt-0">
            <a:extLst xmlns:a="http://schemas.openxmlformats.org/drawingml/2006/main">
              <a:ext uri="{FF2B5EF4-FFF2-40B4-BE49-F238E27FC236}">
                <a16:creationId xmlns:a16="http://schemas.microsoft.com/office/drawing/2014/main" id="{1A182597-F807-4FDB-9120-C45E2F7C599C}"/>
              </a:ext>
            </a:extLst>
          </p:cNvPr>
          <p:cNvSpPr>
            <a:spLocks xmlns:a="http://schemas.openxmlformats.org/drawingml/2006/main" noGrp="1"/>
          </p:cNvSpPr>
          <p:nvPr/>
        </p:nvSpPr>
        <p:spPr>
          <a:xfrm xmlns:a="http://schemas.openxmlformats.org/drawingml/2006/main">
            <a:off x="9144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말하지 않기</a:t>
            </a:r>
          </a:p>
        </p:txBody>
      </p:sp>
      <p:sp>
        <p:nvSpPr>
          <p:cNvPr id="9" name="W03-S04-opt-rule-1">
            <a:extLst xmlns:a="http://schemas.openxmlformats.org/drawingml/2006/main">
              <a:ext uri="{FF2B5EF4-FFF2-40B4-BE49-F238E27FC236}">
                <a16:creationId xmlns:a16="http://schemas.microsoft.com/office/drawing/2014/main" id="{7E47DC50-412E-4B2E-A80F-A1FE2CCAD9DA}"/>
              </a:ext>
            </a:extLst>
          </p:cNvPr>
          <p:cNvSpPr>
            <a:spLocks xmlns:a="http://schemas.openxmlformats.org/drawingml/2006/main" noGrp="1"/>
          </p:cNvSpPr>
          <p:nvPr/>
        </p:nvSpPr>
        <p:spPr>
          <a:xfrm xmlns:a="http://schemas.openxmlformats.org/drawingml/2006/main">
            <a:off x="5962650" y="7239000"/>
            <a:ext cx="4095750" cy="381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0" name="W03-S04-opt-1">
            <a:extLst xmlns:a="http://schemas.openxmlformats.org/drawingml/2006/main">
              <a:ext uri="{FF2B5EF4-FFF2-40B4-BE49-F238E27FC236}">
                <a16:creationId xmlns:a16="http://schemas.microsoft.com/office/drawing/2014/main" id="{5F5E4001-674C-4FB3-BE7C-FCB8BD193414}"/>
              </a:ext>
            </a:extLst>
          </p:cNvPr>
          <p:cNvSpPr>
            <a:spLocks xmlns:a="http://schemas.openxmlformats.org/drawingml/2006/main" noGrp="1"/>
          </p:cNvSpPr>
          <p:nvPr/>
        </p:nvSpPr>
        <p:spPr>
          <a:xfrm xmlns:a="http://schemas.openxmlformats.org/drawingml/2006/main">
            <a:off x="596265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건너뛰기</a:t>
            </a:r>
          </a:p>
        </p:txBody>
      </p:sp>
      <p:sp>
        <p:nvSpPr>
          <p:cNvPr id="11" name="W03-S04-opt-rule-2">
            <a:extLst xmlns:a="http://schemas.openxmlformats.org/drawingml/2006/main">
              <a:ext uri="{FF2B5EF4-FFF2-40B4-BE49-F238E27FC236}">
                <a16:creationId xmlns:a16="http://schemas.microsoft.com/office/drawing/2014/main" id="{BB072FB9-EF34-4225-B62D-53FA4AEA72B4}"/>
              </a:ext>
            </a:extLst>
          </p:cNvPr>
          <p:cNvSpPr>
            <a:spLocks xmlns:a="http://schemas.openxmlformats.org/drawingml/2006/main" noGrp="1"/>
          </p:cNvSpPr>
          <p:nvPr/>
        </p:nvSpPr>
        <p:spPr>
          <a:xfrm xmlns:a="http://schemas.openxmlformats.org/drawingml/2006/main">
            <a:off x="11010900" y="7239000"/>
            <a:ext cx="4095750" cy="381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2" name="W03-S04-opt-2">
            <a:extLst xmlns:a="http://schemas.openxmlformats.org/drawingml/2006/main">
              <a:ext uri="{FF2B5EF4-FFF2-40B4-BE49-F238E27FC236}">
                <a16:creationId xmlns:a16="http://schemas.microsoft.com/office/drawing/2014/main" id="{46404245-3CD8-4831-B17E-3528055A1121}"/>
              </a:ext>
            </a:extLst>
          </p:cNvPr>
          <p:cNvSpPr>
            <a:spLocks xmlns:a="http://schemas.openxmlformats.org/drawingml/2006/main" noGrp="1"/>
          </p:cNvSpPr>
          <p:nvPr/>
        </p:nvSpPr>
        <p:spPr>
          <a:xfrm xmlns:a="http://schemas.openxmlformats.org/drawingml/2006/main">
            <a:off x="11010900" y="752475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FFFDF8"/>
                </a:solidFill>
                <a:latin typeface="Noto Sans KR"/>
                <a:ea typeface="Noto Sans KR"/>
                <a:cs typeface="Noto Sans KR"/>
              </a:defRPr>
            </a:pPr>
            <a:r>
              <a:rPr sz="2175" b="1">
                <a:solidFill>
                  <a:srgbClr val="FFFDF8"/>
                </a:solidFill>
                <a:latin typeface="Noto Sans KR"/>
                <a:ea typeface="Noto Sans KR"/>
                <a:cs typeface="Noto Sans KR"/>
              </a:rPr>
              <a:t>잠시 쉬기</a:t>
            </a:r>
          </a:p>
        </p:txBody>
      </p:sp>
    </p:spTree>
    <p:extLst>
      <p:ext uri="{BB962C8B-B14F-4D97-AF65-F5344CB8AC3E}">
        <p14:creationId xmlns:p14="http://schemas.microsoft.com/office/powerpoint/2010/main" val="1760521803"/>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05-week">
            <a:extLst xmlns:a="http://schemas.openxmlformats.org/drawingml/2006/main">
              <a:ext uri="{FF2B5EF4-FFF2-40B4-BE49-F238E27FC236}">
                <a16:creationId xmlns:a16="http://schemas.microsoft.com/office/drawing/2014/main" id="{4FAB9254-5154-4A23-A896-39CE2441D0D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05</a:t>
            </a:r>
          </a:p>
        </p:txBody>
      </p:sp>
      <p:sp>
        <p:nvSpPr>
          <p:cNvPr id="2" name="W03-S05-label">
            <a:extLst xmlns:a="http://schemas.openxmlformats.org/drawingml/2006/main">
              <a:ext uri="{FF2B5EF4-FFF2-40B4-BE49-F238E27FC236}">
                <a16:creationId xmlns:a16="http://schemas.microsoft.com/office/drawing/2014/main" id="{EB0D7EF2-6F6F-461B-91CA-65AA44CBBFC4}"/>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지난주 돌아보기</a:t>
            </a:r>
          </a:p>
        </p:txBody>
      </p:sp>
      <p:sp>
        <p:nvSpPr>
          <p:cNvPr id="3" name="W03-S05-brand">
            <a:extLst xmlns:a="http://schemas.openxmlformats.org/drawingml/2006/main">
              <a:ext uri="{FF2B5EF4-FFF2-40B4-BE49-F238E27FC236}">
                <a16:creationId xmlns:a16="http://schemas.microsoft.com/office/drawing/2014/main" id="{9E6245CE-A84C-4F0E-88AB-647C777DB876}"/>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5-id">
            <a:extLst xmlns:a="http://schemas.openxmlformats.org/drawingml/2006/main">
              <a:ext uri="{FF2B5EF4-FFF2-40B4-BE49-F238E27FC236}">
                <a16:creationId xmlns:a16="http://schemas.microsoft.com/office/drawing/2014/main" id="{1CEA25CD-3409-4A08-898D-3A7B8D2143E5}"/>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W03-S05</a:t>
            </a:r>
          </a:p>
        </p:txBody>
      </p:sp>
      <p:sp>
        <p:nvSpPr>
          <p:cNvPr id="5" name="W03-S05-index">
            <a:extLst xmlns:a="http://schemas.openxmlformats.org/drawingml/2006/main">
              <a:ext uri="{FF2B5EF4-FFF2-40B4-BE49-F238E27FC236}">
                <a16:creationId xmlns:a16="http://schemas.microsoft.com/office/drawing/2014/main" id="{18058F78-7D73-465E-AABA-B54C04CF7841}"/>
              </a:ext>
            </a:extLst>
          </p:cNvPr>
          <p:cNvSpPr>
            <a:spLocks xmlns:a="http://schemas.openxmlformats.org/drawingml/2006/main" noGrp="1"/>
          </p:cNvSpPr>
          <p:nvPr/>
        </p:nvSpPr>
        <p:spPr>
          <a:xfrm xmlns:a="http://schemas.openxmlformats.org/drawingml/2006/main">
            <a:off x="857250" y="1619250"/>
            <a:ext cx="2476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68"/>
          </a:bodyPr>
          <a:lstStyle xmlns:a="http://schemas.openxmlformats.org/drawingml/2006/main"/>
          <a:p xmlns:a="http://schemas.openxmlformats.org/drawingml/2006/main">
            <a:pPr algn="l">
              <a:lnSpc>
                <a:spcPct val="104000"/>
              </a:lnSpc>
              <a:buNone/>
              <a:defRPr sz="12750" b="1">
                <a:solidFill>
                  <a:srgbClr val="4E8B83"/>
                </a:solidFill>
                <a:latin typeface="Noto Sans KR"/>
                <a:ea typeface="Noto Sans KR"/>
                <a:cs typeface="Noto Sans KR"/>
              </a:defRPr>
            </a:pPr>
            <a:r>
              <a:rPr sz="12750" b="1">
                <a:solidFill>
                  <a:srgbClr val="4E8B83"/>
                </a:solidFill>
                <a:latin typeface="Noto Sans KR"/>
                <a:ea typeface="Noto Sans KR"/>
                <a:cs typeface="Noto Sans KR"/>
              </a:rPr>
              <a:t>↺</a:t>
            </a:r>
          </a:p>
        </p:txBody>
      </p:sp>
      <p:sp>
        <p:nvSpPr>
          <p:cNvPr id="6" name="W03-S05-body">
            <a:extLst xmlns:a="http://schemas.openxmlformats.org/drawingml/2006/main">
              <a:ext uri="{FF2B5EF4-FFF2-40B4-BE49-F238E27FC236}">
                <a16:creationId xmlns:a16="http://schemas.microsoft.com/office/drawing/2014/main" id="{24CA946D-9EAF-424B-83C7-AA5EE8777E48}"/>
              </a:ext>
            </a:extLst>
          </p:cNvPr>
          <p:cNvSpPr>
            <a:spLocks xmlns:a="http://schemas.openxmlformats.org/drawingml/2006/main" noGrp="1"/>
          </p:cNvSpPr>
          <p:nvPr/>
        </p:nvSpPr>
        <p:spPr>
          <a:xfrm xmlns:a="http://schemas.openxmlformats.org/drawingml/2006/main">
            <a:off x="3810000" y="2428875"/>
            <a:ext cx="1295400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지난주 어린 나에게 건넨 문장은 무엇이었나요?</a:t>
            </a:r>
          </a:p>
        </p:txBody>
      </p:sp>
      <p:sp>
        <p:nvSpPr>
          <p:cNvPr id="7" name="W03-S05-cue">
            <a:extLst xmlns:a="http://schemas.openxmlformats.org/drawingml/2006/main">
              <a:ext uri="{FF2B5EF4-FFF2-40B4-BE49-F238E27FC236}">
                <a16:creationId xmlns:a16="http://schemas.microsoft.com/office/drawing/2014/main" id="{E451CE80-A825-45FF-ABF7-538BE9C60678}"/>
              </a:ext>
            </a:extLst>
          </p:cNvPr>
          <p:cNvSpPr>
            <a:spLocks xmlns:a="http://schemas.openxmlformats.org/drawingml/2006/main" noGrp="1"/>
          </p:cNvSpPr>
          <p:nvPr/>
        </p:nvSpPr>
        <p:spPr>
          <a:xfrm xmlns:a="http://schemas.openxmlformats.org/drawingml/2006/main">
            <a:off x="3829050" y="6858000"/>
            <a:ext cx="904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0">
                <a:solidFill>
                  <a:srgbClr val="667085"/>
                </a:solidFill>
                <a:latin typeface="Noto Sans KR"/>
                <a:ea typeface="Noto Sans KR"/>
                <a:cs typeface="Noto Sans KR"/>
              </a:defRPr>
            </a:pPr>
            <a:r>
              <a:rPr sz="2250" b="0">
                <a:solidFill>
                  <a:srgbClr val="667085"/>
                </a:solidFill>
                <a:latin typeface="Noto Sans KR"/>
                <a:ea typeface="Noto Sans KR"/>
                <a:cs typeface="Noto Sans KR"/>
              </a:rPr>
              <a:t>성과보다 알아차림을 돌아봅니다.</a:t>
            </a:r>
          </a:p>
        </p:txBody>
      </p:sp>
      <p:sp>
        <p:nvSpPr>
          <p:cNvPr id="8" name="W03-S05-rule">
            <a:extLst xmlns:a="http://schemas.openxmlformats.org/drawingml/2006/main">
              <a:ext uri="{FF2B5EF4-FFF2-40B4-BE49-F238E27FC236}">
                <a16:creationId xmlns:a16="http://schemas.microsoft.com/office/drawing/2014/main" id="{B7389280-E35A-4411-BDCB-3B6711A0125A}"/>
              </a:ext>
            </a:extLst>
          </p:cNvPr>
          <p:cNvSpPr>
            <a:spLocks xmlns:a="http://schemas.openxmlformats.org/drawingml/2006/main" noGrp="1"/>
          </p:cNvSpPr>
          <p:nvPr/>
        </p:nvSpPr>
        <p:spPr>
          <a:xfrm xmlns:a="http://schemas.openxmlformats.org/drawingml/2006/main">
            <a:off x="3829050" y="6572250"/>
            <a:ext cx="12382500"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168115386"/>
      </p:ext>
    </p:extLst>
  </p:cSld>
</p:sld>
</file>

<file path=ppt/slides/slide6.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06-week">
            <a:extLst xmlns:a="http://schemas.openxmlformats.org/drawingml/2006/main">
              <a:ext uri="{FF2B5EF4-FFF2-40B4-BE49-F238E27FC236}">
                <a16:creationId xmlns:a16="http://schemas.microsoft.com/office/drawing/2014/main" id="{6379252A-4482-4C44-9715-AC3BE323BF5F}"/>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06</a:t>
            </a:r>
          </a:p>
        </p:txBody>
      </p:sp>
      <p:sp>
        <p:nvSpPr>
          <p:cNvPr id="2" name="W03-S06-label">
            <a:extLst xmlns:a="http://schemas.openxmlformats.org/drawingml/2006/main">
              <a:ext uri="{FF2B5EF4-FFF2-40B4-BE49-F238E27FC236}">
                <a16:creationId xmlns:a16="http://schemas.microsoft.com/office/drawing/2014/main" id="{ED48DCBF-C069-44AB-AAFB-57B01C2149B0}"/>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오프닝 스토리</a:t>
            </a:r>
          </a:p>
        </p:txBody>
      </p:sp>
      <p:sp>
        <p:nvSpPr>
          <p:cNvPr id="3" name="W03-S06-brand">
            <a:extLst xmlns:a="http://schemas.openxmlformats.org/drawingml/2006/main">
              <a:ext uri="{FF2B5EF4-FFF2-40B4-BE49-F238E27FC236}">
                <a16:creationId xmlns:a16="http://schemas.microsoft.com/office/drawing/2014/main" id="{9EA48C28-64AE-458B-8B61-FA96F2AF06A6}"/>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06-id">
            <a:extLst xmlns:a="http://schemas.openxmlformats.org/drawingml/2006/main">
              <a:ext uri="{FF2B5EF4-FFF2-40B4-BE49-F238E27FC236}">
                <a16:creationId xmlns:a16="http://schemas.microsoft.com/office/drawing/2014/main" id="{CD7F24FF-893D-49C3-8EE6-E45689D8600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W03-S06</a:t>
            </a:r>
          </a:p>
        </p:txBody>
      </p:sp>
      <p:sp>
        <p:nvSpPr>
          <p:cNvPr id="5" name="W03-S06-story-label">
            <a:extLst xmlns:a="http://schemas.openxmlformats.org/drawingml/2006/main">
              <a:ext uri="{FF2B5EF4-FFF2-40B4-BE49-F238E27FC236}">
                <a16:creationId xmlns:a16="http://schemas.microsoft.com/office/drawing/2014/main" id="{B1EADFE7-B479-479C-A401-73704CE04985}"/>
              </a:ext>
            </a:extLst>
          </p:cNvPr>
          <p:cNvSpPr>
            <a:spLocks xmlns:a="http://schemas.openxmlformats.org/drawingml/2006/main" noGrp="1"/>
          </p:cNvSpPr>
          <p:nvPr/>
        </p:nvSpPr>
        <p:spPr>
          <a:xfrm xmlns:a="http://schemas.openxmlformats.org/drawingml/2006/main">
            <a:off x="838200" y="161925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400" b="1">
                <a:solidFill>
                  <a:srgbClr val="4E8B83"/>
                </a:solidFill>
                <a:latin typeface="Noto Sans KR"/>
                <a:ea typeface="Noto Sans KR"/>
                <a:cs typeface="Noto Sans KR"/>
              </a:defRPr>
            </a:pPr>
            <a:r>
              <a:rPr sz="8400" b="1">
                <a:solidFill>
                  <a:srgbClr val="4E8B83"/>
                </a:solidFill>
                <a:latin typeface="Noto Sans KR"/>
                <a:ea typeface="Noto Sans KR"/>
                <a:cs typeface="Noto Sans KR"/>
              </a:rPr>
              <a:t>STORY</a:t>
            </a:r>
          </a:p>
        </p:txBody>
      </p:sp>
      <p:sp>
        <p:nvSpPr>
          <p:cNvPr id="6" name="W03-S06-split">
            <a:extLst xmlns:a="http://schemas.openxmlformats.org/drawingml/2006/main">
              <a:ext uri="{FF2B5EF4-FFF2-40B4-BE49-F238E27FC236}">
                <a16:creationId xmlns:a16="http://schemas.microsoft.com/office/drawing/2014/main" id="{B3288050-4648-447E-9F94-6E1FE09B776A}"/>
              </a:ext>
            </a:extLst>
          </p:cNvPr>
          <p:cNvSpPr>
            <a:spLocks xmlns:a="http://schemas.openxmlformats.org/drawingml/2006/main" noGrp="1"/>
          </p:cNvSpPr>
          <p:nvPr/>
        </p:nvSpPr>
        <p:spPr>
          <a:xfrm xmlns:a="http://schemas.openxmlformats.org/drawingml/2006/main">
            <a:off x="6000750" y="1790700"/>
            <a:ext cx="28575" cy="6334125"/>
          </a:xfrm>
          <a:prstGeom xmlns:a="http://schemas.openxmlformats.org/drawingml/2006/main" prst="rect">
            <a:avLst/>
          </a:prstGeom>
          <a:solidFill xmlns:a="http://schemas.openxmlformats.org/drawingml/2006/main">
            <a:srgbClr val="FFFFFF">
              <a:alpha val="28000"/>
            </a:srgbClr>
          </a:solidFill>
          <a:ln xmlns:a="http://schemas.openxmlformats.org/drawingml/2006/main" w="0">
            <a:solidFill>
              <a:srgbClr val="FFFFFF">
                <a:alpha val="28000"/>
              </a:srgbClr>
            </a:solidFill>
            <a:prstDash val="solid"/>
          </a:ln>
        </p:spPr>
      </p:sp>
      <p:sp>
        <p:nvSpPr>
          <p:cNvPr id="7" name="W03-S06-body">
            <a:extLst xmlns:a="http://schemas.openxmlformats.org/drawingml/2006/main">
              <a:ext uri="{FF2B5EF4-FFF2-40B4-BE49-F238E27FC236}">
                <a16:creationId xmlns:a16="http://schemas.microsoft.com/office/drawing/2014/main" id="{1951539E-76B4-4C02-B496-4824884BC4E3}"/>
              </a:ext>
            </a:extLst>
          </p:cNvPr>
          <p:cNvSpPr>
            <a:spLocks xmlns:a="http://schemas.openxmlformats.org/drawingml/2006/main" noGrp="1"/>
          </p:cNvSpPr>
          <p:nvPr/>
        </p:nvSpPr>
        <p:spPr>
          <a:xfrm xmlns:a="http://schemas.openxmlformats.org/drawingml/2006/main">
            <a:off x="6858000" y="2143125"/>
            <a:ext cx="9906000" cy="514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275" b="1">
                <a:solidFill>
                  <a:srgbClr val="FFFDF8"/>
                </a:solidFill>
                <a:latin typeface="Noto Sans KR"/>
                <a:ea typeface="Noto Sans KR"/>
                <a:cs typeface="Noto Sans KR"/>
              </a:defRPr>
            </a:pPr>
            <a:r>
              <a:rPr sz="4275" b="1">
                <a:solidFill>
                  <a:srgbClr val="FFFDF8"/>
                </a:solidFill>
                <a:latin typeface="Noto Sans KR"/>
                <a:ea typeface="Noto Sans KR"/>
                <a:cs typeface="Noto Sans KR"/>
              </a:rPr>
              <a:t>오래전의 내가 자신을 지키기 위해 배운 방식은 시간이 지나 지금의 나를 만들었습니다. 단단해진 부분과 지나치게 책임지는 부분을 함께 봅니다.</a:t>
            </a:r>
          </a:p>
        </p:txBody>
      </p:sp>
      <p:sp>
        <p:nvSpPr>
          <p:cNvPr id="8" name="W03-S06-pause">
            <a:extLst xmlns:a="http://schemas.openxmlformats.org/drawingml/2006/main">
              <a:ext uri="{FF2B5EF4-FFF2-40B4-BE49-F238E27FC236}">
                <a16:creationId xmlns:a16="http://schemas.microsoft.com/office/drawing/2014/main" id="{DA4079FE-B804-4E93-85D1-8C8C9E5DA6A3}"/>
              </a:ext>
            </a:extLst>
          </p:cNvPr>
          <p:cNvSpPr>
            <a:spLocks xmlns:a="http://schemas.openxmlformats.org/drawingml/2006/main" noGrp="1"/>
          </p:cNvSpPr>
          <p:nvPr/>
        </p:nvSpPr>
        <p:spPr>
          <a:xfrm xmlns:a="http://schemas.openxmlformats.org/drawingml/2006/main">
            <a:off x="6858000" y="7667625"/>
            <a:ext cx="809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B8C0CC"/>
                </a:solidFill>
                <a:latin typeface="Noto Sans KR"/>
                <a:ea typeface="Noto Sans KR"/>
                <a:cs typeface="Noto Sans KR"/>
              </a:defRPr>
            </a:pPr>
            <a:r>
              <a:rPr sz="1875" b="0">
                <a:solidFill>
                  <a:srgbClr val="B8C0CC"/>
                </a:solidFill>
                <a:latin typeface="Noto Sans KR"/>
                <a:ea typeface="Noto Sans KR"/>
                <a:cs typeface="Noto Sans KR"/>
              </a:rPr>
              <a:t>문장 사이에 짧은 침묵을 둡니다.</a:t>
            </a:r>
          </a:p>
        </p:txBody>
      </p:sp>
    </p:spTree>
    <p:extLst>
      <p:ext uri="{BB962C8B-B14F-4D97-AF65-F5344CB8AC3E}">
        <p14:creationId xmlns:p14="http://schemas.microsoft.com/office/powerpoint/2010/main" val="658500747"/>
      </p:ext>
    </p:extLst>
  </p:cSld>
</p:sld>
</file>

<file path=ppt/slides/slide7.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07-week">
            <a:extLst xmlns:a="http://schemas.openxmlformats.org/drawingml/2006/main">
              <a:ext uri="{FF2B5EF4-FFF2-40B4-BE49-F238E27FC236}">
                <a16:creationId xmlns:a16="http://schemas.microsoft.com/office/drawing/2014/main" id="{059A4E7A-B6E7-47C3-939A-5486032C1C51}"/>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07</a:t>
            </a:r>
          </a:p>
        </p:txBody>
      </p:sp>
      <p:sp>
        <p:nvSpPr>
          <p:cNvPr id="2" name="W03-S07-label">
            <a:extLst xmlns:a="http://schemas.openxmlformats.org/drawingml/2006/main">
              <a:ext uri="{FF2B5EF4-FFF2-40B4-BE49-F238E27FC236}">
                <a16:creationId xmlns:a16="http://schemas.microsoft.com/office/drawing/2014/main" id="{CD5B4501-4272-49FA-851C-2A098B72E57C}"/>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활동 주제 공개</a:t>
            </a:r>
          </a:p>
        </p:txBody>
      </p:sp>
      <p:sp>
        <p:nvSpPr>
          <p:cNvPr id="3" name="W03-S07-brand">
            <a:extLst xmlns:a="http://schemas.openxmlformats.org/drawingml/2006/main">
              <a:ext uri="{FF2B5EF4-FFF2-40B4-BE49-F238E27FC236}">
                <a16:creationId xmlns:a16="http://schemas.microsoft.com/office/drawing/2014/main" id="{BC9CB168-F56B-4D98-921D-3143806BA2F0}"/>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07-id">
            <a:extLst xmlns:a="http://schemas.openxmlformats.org/drawingml/2006/main">
              <a:ext uri="{FF2B5EF4-FFF2-40B4-BE49-F238E27FC236}">
                <a16:creationId xmlns:a16="http://schemas.microsoft.com/office/drawing/2014/main" id="{1676EEA1-4DA2-48CA-B4BC-15D7C772CDEB}"/>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W03-S07</a:t>
            </a:r>
          </a:p>
        </p:txBody>
      </p:sp>
      <p:sp>
        <p:nvSpPr>
          <p:cNvPr id="5" name="W03-S07-activity">
            <a:extLst xmlns:a="http://schemas.openxmlformats.org/drawingml/2006/main">
              <a:ext uri="{FF2B5EF4-FFF2-40B4-BE49-F238E27FC236}">
                <a16:creationId xmlns:a16="http://schemas.microsoft.com/office/drawing/2014/main" id="{535DA977-A5FD-47B8-AE0D-F675A1DB1A82}"/>
              </a:ext>
            </a:extLst>
          </p:cNvPr>
          <p:cNvSpPr>
            <a:spLocks xmlns:a="http://schemas.openxmlformats.org/drawingml/2006/main" noGrp="1"/>
          </p:cNvSpPr>
          <p:nvPr/>
        </p:nvSpPr>
        <p:spPr>
          <a:xfrm xmlns:a="http://schemas.openxmlformats.org/drawingml/2006/main">
            <a:off x="819150" y="1285875"/>
            <a:ext cx="1485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350" b="1">
                <a:solidFill>
                  <a:srgbClr val="4E8B83"/>
                </a:solidFill>
                <a:latin typeface="Noto Sans KR"/>
                <a:ea typeface="Noto Sans KR"/>
                <a:cs typeface="Noto Sans KR"/>
              </a:defRPr>
            </a:pPr>
            <a:r>
              <a:rPr sz="13350" b="1">
                <a:solidFill>
                  <a:srgbClr val="4E8B83"/>
                </a:solidFill>
                <a:latin typeface="Noto Sans KR"/>
                <a:ea typeface="Noto Sans KR"/>
                <a:cs typeface="Noto Sans KR"/>
              </a:rPr>
              <a:t>ACTIVITY</a:t>
            </a:r>
          </a:p>
        </p:txBody>
      </p:sp>
      <p:sp>
        <p:nvSpPr>
          <p:cNvPr id="6" name="W03-S07-body">
            <a:extLst xmlns:a="http://schemas.openxmlformats.org/drawingml/2006/main">
              <a:ext uri="{FF2B5EF4-FFF2-40B4-BE49-F238E27FC236}">
                <a16:creationId xmlns:a16="http://schemas.microsoft.com/office/drawing/2014/main" id="{3C609C16-81DF-4770-8109-CFC6AF389C61}"/>
              </a:ext>
            </a:extLst>
          </p:cNvPr>
          <p:cNvSpPr>
            <a:spLocks xmlns:a="http://schemas.openxmlformats.org/drawingml/2006/main" noGrp="1"/>
          </p:cNvSpPr>
          <p:nvPr/>
        </p:nvSpPr>
        <p:spPr>
          <a:xfrm xmlns:a="http://schemas.openxmlformats.org/drawingml/2006/main">
            <a:off x="895350" y="4191000"/>
            <a:ext cx="156210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ACTIVITY / 현재의 나를 뿌리·거울·옷·상징으로 표현하기</a:t>
            </a:r>
          </a:p>
        </p:txBody>
      </p:sp>
      <p:sp>
        <p:nvSpPr>
          <p:cNvPr id="7" name="W03-S07-activity-rule">
            <a:extLst xmlns:a="http://schemas.openxmlformats.org/drawingml/2006/main">
              <a:ext uri="{FF2B5EF4-FFF2-40B4-BE49-F238E27FC236}">
                <a16:creationId xmlns:a16="http://schemas.microsoft.com/office/drawing/2014/main" id="{0107B848-BE22-4EA5-B798-8F01FB858FA9}"/>
              </a:ext>
            </a:extLst>
          </p:cNvPr>
          <p:cNvSpPr>
            <a:spLocks xmlns:a="http://schemas.openxmlformats.org/drawingml/2006/main" noGrp="1"/>
          </p:cNvSpPr>
          <p:nvPr/>
        </p:nvSpPr>
        <p:spPr>
          <a:xfrm xmlns:a="http://schemas.openxmlformats.org/drawingml/2006/main">
            <a:off x="914400" y="8191500"/>
            <a:ext cx="4953000" cy="1143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Tree>
    <p:extLst>
      <p:ext uri="{BB962C8B-B14F-4D97-AF65-F5344CB8AC3E}">
        <p14:creationId xmlns:p14="http://schemas.microsoft.com/office/powerpoint/2010/main" val="1953514161"/>
      </p:ext>
    </p:extLst>
  </p:cSld>
</p:sld>
</file>

<file path=ppt/slides/slide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08-week">
            <a:extLst xmlns:a="http://schemas.openxmlformats.org/drawingml/2006/main">
              <a:ext uri="{FF2B5EF4-FFF2-40B4-BE49-F238E27FC236}">
                <a16:creationId xmlns:a16="http://schemas.microsoft.com/office/drawing/2014/main" id="{85C9C6FC-A53A-45CE-944D-8FB484794087}"/>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08</a:t>
            </a:r>
          </a:p>
        </p:txBody>
      </p:sp>
      <p:sp>
        <p:nvSpPr>
          <p:cNvPr id="2" name="W03-S08-label">
            <a:extLst xmlns:a="http://schemas.openxmlformats.org/drawingml/2006/main">
              <a:ext uri="{FF2B5EF4-FFF2-40B4-BE49-F238E27FC236}">
                <a16:creationId xmlns:a16="http://schemas.microsoft.com/office/drawing/2014/main" id="{C0E0C3B7-F734-4358-A1BA-737CA196BBE7}"/>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재료 준비</a:t>
            </a:r>
          </a:p>
        </p:txBody>
      </p:sp>
      <p:sp>
        <p:nvSpPr>
          <p:cNvPr id="3" name="W03-S08-brand">
            <a:extLst xmlns:a="http://schemas.openxmlformats.org/drawingml/2006/main">
              <a:ext uri="{FF2B5EF4-FFF2-40B4-BE49-F238E27FC236}">
                <a16:creationId xmlns:a16="http://schemas.microsoft.com/office/drawing/2014/main" id="{C504E083-33FA-4BF3-BBAD-1958D9D74C92}"/>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8-id">
            <a:extLst xmlns:a="http://schemas.openxmlformats.org/drawingml/2006/main">
              <a:ext uri="{FF2B5EF4-FFF2-40B4-BE49-F238E27FC236}">
                <a16:creationId xmlns:a16="http://schemas.microsoft.com/office/drawing/2014/main" id="{CDC1ED4C-9DBF-4657-8150-74B45DF66E73}"/>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W03-S08</a:t>
            </a:r>
          </a:p>
        </p:txBody>
      </p:sp>
      <p:sp>
        <p:nvSpPr>
          <p:cNvPr id="5" name="W03-S08-body">
            <a:extLst xmlns:a="http://schemas.openxmlformats.org/drawingml/2006/main">
              <a:ext uri="{FF2B5EF4-FFF2-40B4-BE49-F238E27FC236}">
                <a16:creationId xmlns:a16="http://schemas.microsoft.com/office/drawing/2014/main" id="{1790F13C-26D1-418F-B8E2-2DED96093B0B}"/>
              </a:ext>
            </a:extLst>
          </p:cNvPr>
          <p:cNvSpPr>
            <a:spLocks xmlns:a="http://schemas.openxmlformats.org/drawingml/2006/main" noGrp="1"/>
          </p:cNvSpPr>
          <p:nvPr/>
        </p:nvSpPr>
        <p:spPr>
          <a:xfrm xmlns:a="http://schemas.openxmlformats.org/drawingml/2006/main">
            <a:off x="895350" y="1952625"/>
            <a:ext cx="15716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스케치북 · 색연필 · 워크북을 준비합니다.</a:t>
            </a:r>
          </a:p>
        </p:txBody>
      </p:sp>
      <p:sp>
        <p:nvSpPr>
          <p:cNvPr id="6" name="W03-S08-prep-circle-0">
            <a:extLst xmlns:a="http://schemas.openxmlformats.org/drawingml/2006/main">
              <a:ext uri="{FF2B5EF4-FFF2-40B4-BE49-F238E27FC236}">
                <a16:creationId xmlns:a16="http://schemas.microsoft.com/office/drawing/2014/main" id="{6B6BEE09-8129-488E-AAB9-6E13860AF823}"/>
              </a:ext>
            </a:extLst>
          </p:cNvPr>
          <p:cNvSpPr>
            <a:spLocks xmlns:a="http://schemas.openxmlformats.org/drawingml/2006/main" noGrp="1"/>
          </p:cNvSpPr>
          <p:nvPr/>
        </p:nvSpPr>
        <p:spPr>
          <a:xfrm xmlns:a="http://schemas.openxmlformats.org/drawingml/2006/main">
            <a:off x="933450" y="4810125"/>
            <a:ext cx="742950" cy="742950"/>
          </a:xfrm>
          <a:prstGeom xmlns:a="http://schemas.openxmlformats.org/drawingml/2006/main" prst="ellipse">
            <a:avLst/>
          </a:prstGeom>
          <a:noFill xmlns:a="http://schemas.openxmlformats.org/drawingml/2006/main"/>
          <a:ln xmlns:a="http://schemas.openxmlformats.org/drawingml/2006/main" w="47625">
            <a:solidFill>
              <a:srgbClr val="4E8B83"/>
            </a:solidFill>
            <a:prstDash val="solid"/>
          </a:ln>
        </p:spPr>
      </p:sp>
      <p:sp>
        <p:nvSpPr>
          <p:cNvPr id="7" name="W03-S08-prep-en-0">
            <a:extLst xmlns:a="http://schemas.openxmlformats.org/drawingml/2006/main">
              <a:ext uri="{FF2B5EF4-FFF2-40B4-BE49-F238E27FC236}">
                <a16:creationId xmlns:a16="http://schemas.microsoft.com/office/drawing/2014/main" id="{7064550D-89B0-4CFE-92B3-FCFCD3B1D5DF}"/>
              </a:ext>
            </a:extLst>
          </p:cNvPr>
          <p:cNvSpPr>
            <a:spLocks xmlns:a="http://schemas.openxmlformats.org/drawingml/2006/main" noGrp="1"/>
          </p:cNvSpPr>
          <p:nvPr/>
        </p:nvSpPr>
        <p:spPr>
          <a:xfrm xmlns:a="http://schemas.openxmlformats.org/drawingml/2006/main">
            <a:off x="19812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SKETCHBOOK</a:t>
            </a:r>
          </a:p>
        </p:txBody>
      </p:sp>
      <p:sp>
        <p:nvSpPr>
          <p:cNvPr id="8" name="W03-S08-prep-ko-0">
            <a:extLst xmlns:a="http://schemas.openxmlformats.org/drawingml/2006/main">
              <a:ext uri="{FF2B5EF4-FFF2-40B4-BE49-F238E27FC236}">
                <a16:creationId xmlns:a16="http://schemas.microsoft.com/office/drawing/2014/main" id="{8AD4B337-DA5E-427F-ADB6-4422CF8241B9}"/>
              </a:ext>
            </a:extLst>
          </p:cNvPr>
          <p:cNvSpPr>
            <a:spLocks xmlns:a="http://schemas.openxmlformats.org/drawingml/2006/main" noGrp="1"/>
          </p:cNvSpPr>
          <p:nvPr/>
        </p:nvSpPr>
        <p:spPr>
          <a:xfrm xmlns:a="http://schemas.openxmlformats.org/drawingml/2006/main">
            <a:off x="19812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그림의 자리</a:t>
            </a:r>
          </a:p>
        </p:txBody>
      </p:sp>
      <p:sp>
        <p:nvSpPr>
          <p:cNvPr id="9" name="W03-S08-prep-rule-0">
            <a:extLst xmlns:a="http://schemas.openxmlformats.org/drawingml/2006/main">
              <a:ext uri="{FF2B5EF4-FFF2-40B4-BE49-F238E27FC236}">
                <a16:creationId xmlns:a16="http://schemas.microsoft.com/office/drawing/2014/main" id="{F19565CD-5993-4F78-865B-40B778AEFBAB}"/>
              </a:ext>
            </a:extLst>
          </p:cNvPr>
          <p:cNvSpPr>
            <a:spLocks xmlns:a="http://schemas.openxmlformats.org/drawingml/2006/main" noGrp="1"/>
          </p:cNvSpPr>
          <p:nvPr/>
        </p:nvSpPr>
        <p:spPr>
          <a:xfrm xmlns:a="http://schemas.openxmlformats.org/drawingml/2006/main">
            <a:off x="9334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0" name="W03-S08-prep-circle-1">
            <a:extLst xmlns:a="http://schemas.openxmlformats.org/drawingml/2006/main">
              <a:ext uri="{FF2B5EF4-FFF2-40B4-BE49-F238E27FC236}">
                <a16:creationId xmlns:a16="http://schemas.microsoft.com/office/drawing/2014/main" id="{983974D9-7034-46C3-B33D-70910A5E67DD}"/>
              </a:ext>
            </a:extLst>
          </p:cNvPr>
          <p:cNvSpPr>
            <a:spLocks xmlns:a="http://schemas.openxmlformats.org/drawingml/2006/main" noGrp="1"/>
          </p:cNvSpPr>
          <p:nvPr/>
        </p:nvSpPr>
        <p:spPr>
          <a:xfrm xmlns:a="http://schemas.openxmlformats.org/drawingml/2006/main">
            <a:off x="6362700" y="4810125"/>
            <a:ext cx="742950" cy="742950"/>
          </a:xfrm>
          <a:prstGeom xmlns:a="http://schemas.openxmlformats.org/drawingml/2006/main" prst="ellipse">
            <a:avLst/>
          </a:prstGeom>
          <a:noFill xmlns:a="http://schemas.openxmlformats.org/drawingml/2006/main"/>
          <a:ln xmlns:a="http://schemas.openxmlformats.org/drawingml/2006/main" w="47625">
            <a:solidFill>
              <a:srgbClr val="4E8B83"/>
            </a:solidFill>
            <a:prstDash val="solid"/>
          </a:ln>
        </p:spPr>
      </p:sp>
      <p:sp>
        <p:nvSpPr>
          <p:cNvPr id="11" name="W03-S08-prep-en-1">
            <a:extLst xmlns:a="http://schemas.openxmlformats.org/drawingml/2006/main">
              <a:ext uri="{FF2B5EF4-FFF2-40B4-BE49-F238E27FC236}">
                <a16:creationId xmlns:a16="http://schemas.microsoft.com/office/drawing/2014/main" id="{23D62336-63A5-4ECB-AA43-DD3E495AEF8A}"/>
              </a:ext>
            </a:extLst>
          </p:cNvPr>
          <p:cNvSpPr>
            <a:spLocks xmlns:a="http://schemas.openxmlformats.org/drawingml/2006/main" noGrp="1"/>
          </p:cNvSpPr>
          <p:nvPr/>
        </p:nvSpPr>
        <p:spPr>
          <a:xfrm xmlns:a="http://schemas.openxmlformats.org/drawingml/2006/main">
            <a:off x="741045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COLOR PENCILS</a:t>
            </a:r>
          </a:p>
        </p:txBody>
      </p:sp>
      <p:sp>
        <p:nvSpPr>
          <p:cNvPr id="12" name="W03-S08-prep-ko-1">
            <a:extLst xmlns:a="http://schemas.openxmlformats.org/drawingml/2006/main">
              <a:ext uri="{FF2B5EF4-FFF2-40B4-BE49-F238E27FC236}">
                <a16:creationId xmlns:a16="http://schemas.microsoft.com/office/drawing/2014/main" id="{68DEE971-DBC0-4212-A9E7-478310384018}"/>
              </a:ext>
            </a:extLst>
          </p:cNvPr>
          <p:cNvSpPr>
            <a:spLocks xmlns:a="http://schemas.openxmlformats.org/drawingml/2006/main" noGrp="1"/>
          </p:cNvSpPr>
          <p:nvPr/>
        </p:nvSpPr>
        <p:spPr>
          <a:xfrm xmlns:a="http://schemas.openxmlformats.org/drawingml/2006/main">
            <a:off x="741045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표현의 도구</a:t>
            </a:r>
          </a:p>
        </p:txBody>
      </p:sp>
      <p:sp>
        <p:nvSpPr>
          <p:cNvPr id="13" name="W03-S08-prep-rule-1">
            <a:extLst xmlns:a="http://schemas.openxmlformats.org/drawingml/2006/main">
              <a:ext uri="{FF2B5EF4-FFF2-40B4-BE49-F238E27FC236}">
                <a16:creationId xmlns:a16="http://schemas.microsoft.com/office/drawing/2014/main" id="{7260FDBB-202E-46B5-A68B-A0671E5EFEF4}"/>
              </a:ext>
            </a:extLst>
          </p:cNvPr>
          <p:cNvSpPr>
            <a:spLocks xmlns:a="http://schemas.openxmlformats.org/drawingml/2006/main" noGrp="1"/>
          </p:cNvSpPr>
          <p:nvPr/>
        </p:nvSpPr>
        <p:spPr>
          <a:xfrm xmlns:a="http://schemas.openxmlformats.org/drawingml/2006/main">
            <a:off x="636270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
        <p:nvSpPr>
          <p:cNvPr id="14" name="W03-S08-prep-circle-2">
            <a:extLst xmlns:a="http://schemas.openxmlformats.org/drawingml/2006/main">
              <a:ext uri="{FF2B5EF4-FFF2-40B4-BE49-F238E27FC236}">
                <a16:creationId xmlns:a16="http://schemas.microsoft.com/office/drawing/2014/main" id="{A2F567CB-6DC0-439D-B373-58F5A803945B}"/>
              </a:ext>
            </a:extLst>
          </p:cNvPr>
          <p:cNvSpPr>
            <a:spLocks xmlns:a="http://schemas.openxmlformats.org/drawingml/2006/main" noGrp="1"/>
          </p:cNvSpPr>
          <p:nvPr/>
        </p:nvSpPr>
        <p:spPr>
          <a:xfrm xmlns:a="http://schemas.openxmlformats.org/drawingml/2006/main">
            <a:off x="11791950" y="4810125"/>
            <a:ext cx="742950" cy="742950"/>
          </a:xfrm>
          <a:prstGeom xmlns:a="http://schemas.openxmlformats.org/drawingml/2006/main" prst="ellipse">
            <a:avLst/>
          </a:prstGeom>
          <a:noFill xmlns:a="http://schemas.openxmlformats.org/drawingml/2006/main"/>
          <a:ln xmlns:a="http://schemas.openxmlformats.org/drawingml/2006/main" w="47625">
            <a:solidFill>
              <a:srgbClr val="4E8B83"/>
            </a:solidFill>
            <a:prstDash val="solid"/>
          </a:ln>
        </p:spPr>
      </p:sp>
      <p:sp>
        <p:nvSpPr>
          <p:cNvPr id="15" name="W03-S08-prep-en-2">
            <a:extLst xmlns:a="http://schemas.openxmlformats.org/drawingml/2006/main">
              <a:ext uri="{FF2B5EF4-FFF2-40B4-BE49-F238E27FC236}">
                <a16:creationId xmlns:a16="http://schemas.microsoft.com/office/drawing/2014/main" id="{452D2C86-0B97-47DB-BEC5-46D3BB2A861B}"/>
              </a:ext>
            </a:extLst>
          </p:cNvPr>
          <p:cNvSpPr>
            <a:spLocks xmlns:a="http://schemas.openxmlformats.org/drawingml/2006/main" noGrp="1"/>
          </p:cNvSpPr>
          <p:nvPr/>
        </p:nvSpPr>
        <p:spPr>
          <a:xfrm xmlns:a="http://schemas.openxmlformats.org/drawingml/2006/main">
            <a:off x="12839700" y="4810125"/>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101828"/>
                </a:solidFill>
                <a:latin typeface="Noto Sans KR"/>
                <a:ea typeface="Noto Sans KR"/>
                <a:cs typeface="Noto Sans KR"/>
              </a:defRPr>
            </a:pPr>
            <a:r>
              <a:rPr sz="2175" b="1">
                <a:solidFill>
                  <a:srgbClr val="101828"/>
                </a:solidFill>
                <a:latin typeface="Noto Sans KR"/>
                <a:ea typeface="Noto Sans KR"/>
                <a:cs typeface="Noto Sans KR"/>
              </a:rPr>
              <a:t>WORKBOOK</a:t>
            </a:r>
          </a:p>
        </p:txBody>
      </p:sp>
      <p:sp>
        <p:nvSpPr>
          <p:cNvPr id="16" name="W03-S08-prep-ko-2">
            <a:extLst xmlns:a="http://schemas.openxmlformats.org/drawingml/2006/main">
              <a:ext uri="{FF2B5EF4-FFF2-40B4-BE49-F238E27FC236}">
                <a16:creationId xmlns:a16="http://schemas.microsoft.com/office/drawing/2014/main" id="{D45229FB-03C0-4907-9BBE-2E2CBBDF5F91}"/>
              </a:ext>
            </a:extLst>
          </p:cNvPr>
          <p:cNvSpPr>
            <a:spLocks xmlns:a="http://schemas.openxmlformats.org/drawingml/2006/main" noGrp="1"/>
          </p:cNvSpPr>
          <p:nvPr/>
        </p:nvSpPr>
        <p:spPr>
          <a:xfrm xmlns:a="http://schemas.openxmlformats.org/drawingml/2006/main">
            <a:off x="12839700" y="5334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a:solidFill>
                  <a:srgbClr val="667085"/>
                </a:solidFill>
                <a:latin typeface="Noto Sans KR"/>
                <a:ea typeface="Noto Sans KR"/>
                <a:cs typeface="Noto Sans KR"/>
              </a:defRPr>
            </a:pPr>
            <a:r>
              <a:rPr sz="1875" b="0">
                <a:solidFill>
                  <a:srgbClr val="667085"/>
                </a:solidFill>
                <a:latin typeface="Noto Sans KR"/>
                <a:ea typeface="Noto Sans KR"/>
                <a:cs typeface="Noto Sans KR"/>
              </a:rPr>
              <a:t>발견의 기록</a:t>
            </a:r>
          </a:p>
        </p:txBody>
      </p:sp>
      <p:sp>
        <p:nvSpPr>
          <p:cNvPr id="17" name="W03-S08-prep-rule-2">
            <a:extLst xmlns:a="http://schemas.openxmlformats.org/drawingml/2006/main">
              <a:ext uri="{FF2B5EF4-FFF2-40B4-BE49-F238E27FC236}">
                <a16:creationId xmlns:a16="http://schemas.microsoft.com/office/drawing/2014/main" id="{1C7ABD5D-C9FB-4DF7-A692-E030CD1FE837}"/>
              </a:ext>
            </a:extLst>
          </p:cNvPr>
          <p:cNvSpPr>
            <a:spLocks xmlns:a="http://schemas.openxmlformats.org/drawingml/2006/main" noGrp="1"/>
          </p:cNvSpPr>
          <p:nvPr/>
        </p:nvSpPr>
        <p:spPr>
          <a:xfrm xmlns:a="http://schemas.openxmlformats.org/drawingml/2006/main">
            <a:off x="11791950" y="6381750"/>
            <a:ext cx="4619625" cy="19050"/>
          </a:xfrm>
          <a:prstGeom xmlns:a="http://schemas.openxmlformats.org/drawingml/2006/main" prst="rect">
            <a:avLst/>
          </a:prstGeom>
          <a:solidFill xmlns:a="http://schemas.openxmlformats.org/drawingml/2006/main">
            <a:srgbClr val="D8D0C4"/>
          </a:solidFill>
          <a:ln xmlns:a="http://schemas.openxmlformats.org/drawingml/2006/main" w="0">
            <a:solidFill>
              <a:srgbClr val="D8D0C4"/>
            </a:solidFill>
            <a:prstDash val="solid"/>
          </a:ln>
        </p:spPr>
      </p:sp>
    </p:spTree>
    <p:extLst>
      <p:ext uri="{BB962C8B-B14F-4D97-AF65-F5344CB8AC3E}">
        <p14:creationId xmlns:p14="http://schemas.microsoft.com/office/powerpoint/2010/main" val="1218184247"/>
      </p:ext>
    </p:extLst>
  </p:cSld>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09-week">
            <a:extLst xmlns:a="http://schemas.openxmlformats.org/drawingml/2006/main">
              <a:ext uri="{FF2B5EF4-FFF2-40B4-BE49-F238E27FC236}">
                <a16:creationId xmlns:a16="http://schemas.microsoft.com/office/drawing/2014/main" id="{FA7E985E-0034-4AE9-859F-14E55DFE6CDF}"/>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09</a:t>
            </a:r>
          </a:p>
        </p:txBody>
      </p:sp>
      <p:sp>
        <p:nvSpPr>
          <p:cNvPr id="2" name="W03-S09-label">
            <a:extLst xmlns:a="http://schemas.openxmlformats.org/drawingml/2006/main">
              <a:ext uri="{FF2B5EF4-FFF2-40B4-BE49-F238E27FC236}">
                <a16:creationId xmlns:a16="http://schemas.microsoft.com/office/drawing/2014/main" id="{E6664DDA-2C97-480A-A04E-36E369331D93}"/>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그림 안내</a:t>
            </a:r>
          </a:p>
        </p:txBody>
      </p:sp>
      <p:sp>
        <p:nvSpPr>
          <p:cNvPr id="3" name="W03-S09-brand">
            <a:extLst xmlns:a="http://schemas.openxmlformats.org/drawingml/2006/main">
              <a:ext uri="{FF2B5EF4-FFF2-40B4-BE49-F238E27FC236}">
                <a16:creationId xmlns:a16="http://schemas.microsoft.com/office/drawing/2014/main" id="{20810239-0238-4B74-8CB7-D4D2A79EEE9C}"/>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09-id">
            <a:extLst xmlns:a="http://schemas.openxmlformats.org/drawingml/2006/main">
              <a:ext uri="{FF2B5EF4-FFF2-40B4-BE49-F238E27FC236}">
                <a16:creationId xmlns:a16="http://schemas.microsoft.com/office/drawing/2014/main" id="{50E8222B-AF2A-47E0-8B21-5F1A35894CBE}"/>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W03-S09</a:t>
            </a:r>
          </a:p>
        </p:txBody>
      </p:sp>
      <p:sp>
        <p:nvSpPr>
          <p:cNvPr id="5" name="W03-S09-guide">
            <a:extLst xmlns:a="http://schemas.openxmlformats.org/drawingml/2006/main">
              <a:ext uri="{FF2B5EF4-FFF2-40B4-BE49-F238E27FC236}">
                <a16:creationId xmlns:a16="http://schemas.microsoft.com/office/drawing/2014/main" id="{CF7DD675-B309-4B43-B570-A19FA2AC268B}"/>
              </a:ext>
            </a:extLst>
          </p:cNvPr>
          <p:cNvSpPr>
            <a:spLocks xmlns:a="http://schemas.openxmlformats.org/drawingml/2006/main" noGrp="1"/>
          </p:cNvSpPr>
          <p:nvPr/>
        </p:nvSpPr>
        <p:spPr>
          <a:xfrm xmlns:a="http://schemas.openxmlformats.org/drawingml/2006/main">
            <a:off x="876300" y="1600200"/>
            <a:ext cx="876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150" b="1">
                <a:solidFill>
                  <a:srgbClr val="4E8B83"/>
                </a:solidFill>
                <a:latin typeface="Noto Sans KR"/>
                <a:ea typeface="Noto Sans KR"/>
                <a:cs typeface="Noto Sans KR"/>
              </a:defRPr>
            </a:pPr>
            <a:r>
              <a:rPr sz="6150" b="1">
                <a:solidFill>
                  <a:srgbClr val="4E8B83"/>
                </a:solidFill>
                <a:latin typeface="Noto Sans KR"/>
                <a:ea typeface="Noto Sans KR"/>
                <a:cs typeface="Noto Sans KR"/>
              </a:rPr>
              <a:t>DRAWING GUIDE</a:t>
            </a:r>
          </a:p>
        </p:txBody>
      </p:sp>
      <p:sp>
        <p:nvSpPr>
          <p:cNvPr id="6" name="W03-S09-body">
            <a:extLst xmlns:a="http://schemas.openxmlformats.org/drawingml/2006/main">
              <a:ext uri="{FF2B5EF4-FFF2-40B4-BE49-F238E27FC236}">
                <a16:creationId xmlns:a16="http://schemas.microsoft.com/office/drawing/2014/main" id="{C3AB0260-71F3-4FEA-AE3E-FAEED4EC1E57}"/>
              </a:ext>
            </a:extLst>
          </p:cNvPr>
          <p:cNvSpPr>
            <a:spLocks xmlns:a="http://schemas.openxmlformats.org/drawingml/2006/main" noGrp="1"/>
          </p:cNvSpPr>
          <p:nvPr/>
        </p:nvSpPr>
        <p:spPr>
          <a:xfrm xmlns:a="http://schemas.openxmlformats.org/drawingml/2006/main">
            <a:off x="895350" y="3095625"/>
            <a:ext cx="15525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뿌리, 거울, 옷, 몸의 일부 또는 고유한 상징을 사용할 수 있습니다.</a:t>
            </a:r>
          </a:p>
        </p:txBody>
      </p:sp>
      <p:sp>
        <p:nvSpPr>
          <p:cNvPr id="7" name="W03-S09-guide-circle-0">
            <a:extLst xmlns:a="http://schemas.openxmlformats.org/drawingml/2006/main">
              <a:ext uri="{FF2B5EF4-FFF2-40B4-BE49-F238E27FC236}">
                <a16:creationId xmlns:a16="http://schemas.microsoft.com/office/drawing/2014/main" id="{EBB8B166-8B9B-417A-8AF7-11EAFBF0D610}"/>
              </a:ext>
            </a:extLst>
          </p:cNvPr>
          <p:cNvSpPr>
            <a:spLocks xmlns:a="http://schemas.openxmlformats.org/drawingml/2006/main" noGrp="1"/>
          </p:cNvSpPr>
          <p:nvPr/>
        </p:nvSpPr>
        <p:spPr>
          <a:xfrm xmlns:a="http://schemas.openxmlformats.org/drawingml/2006/main">
            <a:off x="1714500" y="6191250"/>
            <a:ext cx="685800" cy="685800"/>
          </a:xfrm>
          <a:prstGeom xmlns:a="http://schemas.openxmlformats.org/drawingml/2006/main" prst="ellipse">
            <a:avLst/>
          </a:prstGeom>
          <a:noFill xmlns:a="http://schemas.openxmlformats.org/drawingml/2006/main"/>
          <a:ln xmlns:a="http://schemas.openxmlformats.org/drawingml/2006/main" w="38100">
            <a:solidFill>
              <a:srgbClr val="4E8B83"/>
            </a:solidFill>
            <a:prstDash val="solid"/>
          </a:ln>
        </p:spPr>
      </p:sp>
      <p:sp>
        <p:nvSpPr>
          <p:cNvPr id="8" name="W03-S09-guide-line-0">
            <a:extLst xmlns:a="http://schemas.openxmlformats.org/drawingml/2006/main">
              <a:ext uri="{FF2B5EF4-FFF2-40B4-BE49-F238E27FC236}">
                <a16:creationId xmlns:a16="http://schemas.microsoft.com/office/drawing/2014/main" id="{4CD896F7-72B1-43FE-9828-39C164AABE8C}"/>
              </a:ext>
            </a:extLst>
          </p:cNvPr>
          <p:cNvSpPr>
            <a:spLocks xmlns:a="http://schemas.openxmlformats.org/drawingml/2006/main" noGrp="1"/>
          </p:cNvSpPr>
          <p:nvPr/>
        </p:nvSpPr>
        <p:spPr>
          <a:xfrm xmlns:a="http://schemas.openxmlformats.org/drawingml/2006/main">
            <a:off x="24003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9" name="W03-S09-guide-circle-1">
            <a:extLst xmlns:a="http://schemas.openxmlformats.org/drawingml/2006/main">
              <a:ext uri="{FF2B5EF4-FFF2-40B4-BE49-F238E27FC236}">
                <a16:creationId xmlns:a16="http://schemas.microsoft.com/office/drawing/2014/main" id="{CC8F4E1E-2E46-4F61-BBD5-EDC6D26E7152}"/>
              </a:ext>
            </a:extLst>
          </p:cNvPr>
          <p:cNvSpPr>
            <a:spLocks xmlns:a="http://schemas.openxmlformats.org/drawingml/2006/main" noGrp="1"/>
          </p:cNvSpPr>
          <p:nvPr/>
        </p:nvSpPr>
        <p:spPr>
          <a:xfrm xmlns:a="http://schemas.openxmlformats.org/drawingml/2006/main">
            <a:off x="5429250" y="6524625"/>
            <a:ext cx="685800" cy="685800"/>
          </a:xfrm>
          <a:prstGeom xmlns:a="http://schemas.openxmlformats.org/drawingml/2006/main" prst="ellipse">
            <a:avLst/>
          </a:prstGeom>
          <a:noFill xmlns:a="http://schemas.openxmlformats.org/drawingml/2006/main"/>
          <a:ln xmlns:a="http://schemas.openxmlformats.org/drawingml/2006/main" w="38100">
            <a:solidFill>
              <a:srgbClr val="4E8B83"/>
            </a:solidFill>
            <a:prstDash val="solid"/>
          </a:ln>
        </p:spPr>
      </p:sp>
      <p:sp>
        <p:nvSpPr>
          <p:cNvPr id="10" name="W03-S09-guide-line-1">
            <a:extLst xmlns:a="http://schemas.openxmlformats.org/drawingml/2006/main">
              <a:ext uri="{FF2B5EF4-FFF2-40B4-BE49-F238E27FC236}">
                <a16:creationId xmlns:a16="http://schemas.microsoft.com/office/drawing/2014/main" id="{275B68AA-6744-40AB-BC31-9FBAA47F6274}"/>
              </a:ext>
            </a:extLst>
          </p:cNvPr>
          <p:cNvSpPr>
            <a:spLocks xmlns:a="http://schemas.openxmlformats.org/drawingml/2006/main" noGrp="1"/>
          </p:cNvSpPr>
          <p:nvPr/>
        </p:nvSpPr>
        <p:spPr>
          <a:xfrm xmlns:a="http://schemas.openxmlformats.org/drawingml/2006/main">
            <a:off x="61150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1" name="W03-S09-guide-circle-2">
            <a:extLst xmlns:a="http://schemas.openxmlformats.org/drawingml/2006/main">
              <a:ext uri="{FF2B5EF4-FFF2-40B4-BE49-F238E27FC236}">
                <a16:creationId xmlns:a16="http://schemas.microsoft.com/office/drawing/2014/main" id="{676A9084-D542-45FD-859D-EE8F8E7425C9}"/>
              </a:ext>
            </a:extLst>
          </p:cNvPr>
          <p:cNvSpPr>
            <a:spLocks xmlns:a="http://schemas.openxmlformats.org/drawingml/2006/main" noGrp="1"/>
          </p:cNvSpPr>
          <p:nvPr/>
        </p:nvSpPr>
        <p:spPr>
          <a:xfrm xmlns:a="http://schemas.openxmlformats.org/drawingml/2006/main">
            <a:off x="9144000" y="6191250"/>
            <a:ext cx="685800" cy="685800"/>
          </a:xfrm>
          <a:prstGeom xmlns:a="http://schemas.openxmlformats.org/drawingml/2006/main" prst="ellipse">
            <a:avLst/>
          </a:prstGeom>
          <a:noFill xmlns:a="http://schemas.openxmlformats.org/drawingml/2006/main"/>
          <a:ln xmlns:a="http://schemas.openxmlformats.org/drawingml/2006/main" w="38100">
            <a:solidFill>
              <a:srgbClr val="4E8B83"/>
            </a:solidFill>
            <a:prstDash val="solid"/>
          </a:ln>
        </p:spPr>
      </p:sp>
      <p:sp>
        <p:nvSpPr>
          <p:cNvPr id="12" name="W03-S09-guide-line-2">
            <a:extLst xmlns:a="http://schemas.openxmlformats.org/drawingml/2006/main">
              <a:ext uri="{FF2B5EF4-FFF2-40B4-BE49-F238E27FC236}">
                <a16:creationId xmlns:a16="http://schemas.microsoft.com/office/drawing/2014/main" id="{EE82C075-BBE5-48BE-9E5C-811E3FC8E45F}"/>
              </a:ext>
            </a:extLst>
          </p:cNvPr>
          <p:cNvSpPr>
            <a:spLocks xmlns:a="http://schemas.openxmlformats.org/drawingml/2006/main" noGrp="1"/>
          </p:cNvSpPr>
          <p:nvPr/>
        </p:nvSpPr>
        <p:spPr>
          <a:xfrm xmlns:a="http://schemas.openxmlformats.org/drawingml/2006/main">
            <a:off x="9829800" y="6534150"/>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3" name="W03-S09-guide-circle-3">
            <a:extLst xmlns:a="http://schemas.openxmlformats.org/drawingml/2006/main">
              <a:ext uri="{FF2B5EF4-FFF2-40B4-BE49-F238E27FC236}">
                <a16:creationId xmlns:a16="http://schemas.microsoft.com/office/drawing/2014/main" id="{0FB4FE71-A521-440C-9BAC-D3F3DC3CB005}"/>
              </a:ext>
            </a:extLst>
          </p:cNvPr>
          <p:cNvSpPr>
            <a:spLocks xmlns:a="http://schemas.openxmlformats.org/drawingml/2006/main" noGrp="1"/>
          </p:cNvSpPr>
          <p:nvPr/>
        </p:nvSpPr>
        <p:spPr>
          <a:xfrm xmlns:a="http://schemas.openxmlformats.org/drawingml/2006/main">
            <a:off x="12858750" y="6524625"/>
            <a:ext cx="685800" cy="685800"/>
          </a:xfrm>
          <a:prstGeom xmlns:a="http://schemas.openxmlformats.org/drawingml/2006/main" prst="ellipse">
            <a:avLst/>
          </a:prstGeom>
          <a:noFill xmlns:a="http://schemas.openxmlformats.org/drawingml/2006/main"/>
          <a:ln xmlns:a="http://schemas.openxmlformats.org/drawingml/2006/main" w="38100">
            <a:solidFill>
              <a:srgbClr val="4E8B83"/>
            </a:solidFill>
            <a:prstDash val="solid"/>
          </a:ln>
        </p:spPr>
      </p:sp>
      <p:sp>
        <p:nvSpPr>
          <p:cNvPr id="14" name="W03-S09-guide-line-3">
            <a:extLst xmlns:a="http://schemas.openxmlformats.org/drawingml/2006/main">
              <a:ext uri="{FF2B5EF4-FFF2-40B4-BE49-F238E27FC236}">
                <a16:creationId xmlns:a16="http://schemas.microsoft.com/office/drawing/2014/main" id="{1FE1B36A-958B-4968-B24E-ADBE01220513}"/>
              </a:ext>
            </a:extLst>
          </p:cNvPr>
          <p:cNvSpPr>
            <a:spLocks xmlns:a="http://schemas.openxmlformats.org/drawingml/2006/main" noGrp="1"/>
          </p:cNvSpPr>
          <p:nvPr/>
        </p:nvSpPr>
        <p:spPr>
          <a:xfrm xmlns:a="http://schemas.openxmlformats.org/drawingml/2006/main">
            <a:off x="13544550" y="6867525"/>
            <a:ext cx="22860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15" name="W03-S09-choice">
            <a:extLst xmlns:a="http://schemas.openxmlformats.org/drawingml/2006/main">
              <a:ext uri="{FF2B5EF4-FFF2-40B4-BE49-F238E27FC236}">
                <a16:creationId xmlns:a16="http://schemas.microsoft.com/office/drawing/2014/main" id="{8E5D8BFB-5B46-4BE1-AB61-B4A4BC58F5A6}"/>
              </a:ext>
            </a:extLst>
          </p:cNvPr>
          <p:cNvSpPr>
            <a:spLocks xmlns:a="http://schemas.openxmlformats.org/drawingml/2006/main" noGrp="1"/>
          </p:cNvSpPr>
          <p:nvPr/>
        </p:nvSpPr>
        <p:spPr>
          <a:xfrm xmlns:a="http://schemas.openxmlformats.org/drawingml/2006/main">
            <a:off x="1733550" y="7810500"/>
            <a:ext cx="1409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0">
                <a:solidFill>
                  <a:srgbClr val="667085"/>
                </a:solidFill>
                <a:latin typeface="Noto Sans KR"/>
                <a:ea typeface="Noto Sans KR"/>
                <a:cs typeface="Noto Sans KR"/>
              </a:defRPr>
            </a:pPr>
            <a:r>
              <a:rPr sz="2100" b="0">
                <a:solidFill>
                  <a:srgbClr val="667085"/>
                </a:solidFill>
                <a:latin typeface="Noto Sans KR"/>
                <a:ea typeface="Noto Sans KR"/>
                <a:cs typeface="Noto Sans KR"/>
              </a:rPr>
              <a:t>모두 넣을 필요는 없습니다. 선 · 색 · 거리 · 빈 공간도 표현입니다.</a:t>
            </a:r>
          </a:p>
        </p:txBody>
      </p:sp>
    </p:spTree>
    <p:extLst>
      <p:ext uri="{BB962C8B-B14F-4D97-AF65-F5344CB8AC3E}">
        <p14:creationId xmlns:p14="http://schemas.microsoft.com/office/powerpoint/2010/main" val="2045061001"/>
      </p:ext>
    </p:extLst>
  </p:cSld>
</p:sld>
</file>

<file path=ppt/slides/slide10.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10-week">
            <a:extLst xmlns:a="http://schemas.openxmlformats.org/drawingml/2006/main">
              <a:ext uri="{FF2B5EF4-FFF2-40B4-BE49-F238E27FC236}">
                <a16:creationId xmlns:a16="http://schemas.microsoft.com/office/drawing/2014/main" id="{79513E09-C86A-4204-A70F-9359608FB190}"/>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10</a:t>
            </a:r>
          </a:p>
        </p:txBody>
      </p:sp>
      <p:sp>
        <p:nvSpPr>
          <p:cNvPr id="2" name="W03-S10-label">
            <a:extLst xmlns:a="http://schemas.openxmlformats.org/drawingml/2006/main">
              <a:ext uri="{FF2B5EF4-FFF2-40B4-BE49-F238E27FC236}">
                <a16:creationId xmlns:a16="http://schemas.microsoft.com/office/drawing/2014/main" id="{8A286984-65B6-42E7-849A-E75A7120757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활동 중 한 문장</a:t>
            </a:r>
          </a:p>
        </p:txBody>
      </p:sp>
      <p:sp>
        <p:nvSpPr>
          <p:cNvPr id="3" name="W03-S10-brand">
            <a:extLst xmlns:a="http://schemas.openxmlformats.org/drawingml/2006/main">
              <a:ext uri="{FF2B5EF4-FFF2-40B4-BE49-F238E27FC236}">
                <a16:creationId xmlns:a16="http://schemas.microsoft.com/office/drawing/2014/main" id="{9637341F-2F6A-4894-A423-0DB06EAC614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0-id">
            <a:extLst xmlns:a="http://schemas.openxmlformats.org/drawingml/2006/main">
              <a:ext uri="{FF2B5EF4-FFF2-40B4-BE49-F238E27FC236}">
                <a16:creationId xmlns:a16="http://schemas.microsoft.com/office/drawing/2014/main" id="{E6151A3C-E065-447F-9E4C-0325D177E10D}"/>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W03-S10</a:t>
            </a:r>
          </a:p>
        </p:txBody>
      </p:sp>
      <p:sp>
        <p:nvSpPr>
          <p:cNvPr id="5" name="W03-S10-accent-top">
            <a:extLst xmlns:a="http://schemas.openxmlformats.org/drawingml/2006/main">
              <a:ext uri="{FF2B5EF4-FFF2-40B4-BE49-F238E27FC236}">
                <a16:creationId xmlns:a16="http://schemas.microsoft.com/office/drawing/2014/main" id="{08B43615-075E-4AAA-86A2-C8DE32C25D1E}"/>
              </a:ext>
            </a:extLst>
          </p:cNvPr>
          <p:cNvSpPr>
            <a:spLocks xmlns:a="http://schemas.openxmlformats.org/drawingml/2006/main" noGrp="1"/>
          </p:cNvSpPr>
          <p:nvPr/>
        </p:nvSpPr>
        <p:spPr>
          <a:xfrm xmlns:a="http://schemas.openxmlformats.org/drawingml/2006/main">
            <a:off x="0" y="0"/>
            <a:ext cx="18288000" cy="24765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6" name="W03-S10-body">
            <a:extLst xmlns:a="http://schemas.openxmlformats.org/drawingml/2006/main">
              <a:ext uri="{FF2B5EF4-FFF2-40B4-BE49-F238E27FC236}">
                <a16:creationId xmlns:a16="http://schemas.microsoft.com/office/drawing/2014/main" id="{FE121C92-FEA4-485B-BA7F-A1E59B8B78CC}"/>
              </a:ext>
            </a:extLst>
          </p:cNvPr>
          <p:cNvSpPr>
            <a:spLocks xmlns:a="http://schemas.openxmlformats.org/drawingml/2006/main" noGrp="1"/>
          </p:cNvSpPr>
          <p:nvPr/>
        </p:nvSpPr>
        <p:spPr>
          <a:xfrm xmlns:a="http://schemas.openxmlformats.org/drawingml/2006/main">
            <a:off x="1476375" y="3190875"/>
            <a:ext cx="15335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6900" b="1">
                <a:solidFill>
                  <a:srgbClr val="101828"/>
                </a:solidFill>
                <a:latin typeface="Noto Sans KR"/>
                <a:ea typeface="Noto Sans KR"/>
                <a:cs typeface="Noto Sans KR"/>
              </a:defRPr>
            </a:pPr>
            <a:r>
              <a:rPr sz="6900" b="1">
                <a:solidFill>
                  <a:srgbClr val="101828"/>
                </a:solidFill>
                <a:latin typeface="Noto Sans KR"/>
                <a:ea typeface="Noto Sans KR"/>
                <a:cs typeface="Noto Sans KR"/>
              </a:rPr>
              <a:t>장점과 단점으로 나누지 않습니다.</a:t>
            </a:r>
          </a:p>
        </p:txBody>
      </p:sp>
      <p:sp>
        <p:nvSpPr>
          <p:cNvPr id="7" name="W03-S10-small">
            <a:extLst xmlns:a="http://schemas.openxmlformats.org/drawingml/2006/main">
              <a:ext uri="{FF2B5EF4-FFF2-40B4-BE49-F238E27FC236}">
                <a16:creationId xmlns:a16="http://schemas.microsoft.com/office/drawing/2014/main" id="{B1AA769F-FF3F-4761-9891-015861481688}"/>
              </a:ext>
            </a:extLst>
          </p:cNvPr>
          <p:cNvSpPr>
            <a:spLocks xmlns:a="http://schemas.openxmlformats.org/drawingml/2006/main" noGrp="1"/>
          </p:cNvSpPr>
          <p:nvPr/>
        </p:nvSpPr>
        <p:spPr>
          <a:xfrm xmlns:a="http://schemas.openxmlformats.org/drawingml/2006/main">
            <a:off x="4857750" y="66675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1">
                <a:solidFill>
                  <a:srgbClr val="667085"/>
                </a:solidFill>
                <a:latin typeface="Noto Sans KR"/>
                <a:ea typeface="Noto Sans KR"/>
                <a:cs typeface="Noto Sans KR"/>
              </a:defRPr>
            </a:pPr>
            <a:r>
              <a:rPr sz="2100" b="1">
                <a:solidFill>
                  <a:srgbClr val="667085"/>
                </a:solidFill>
                <a:latin typeface="Noto Sans KR"/>
                <a:ea typeface="Noto Sans KR"/>
                <a:cs typeface="Noto Sans KR"/>
              </a:rPr>
              <a:t>YOUR PACE IS PART OF THE WORK.</a:t>
            </a:r>
          </a:p>
        </p:txBody>
      </p:sp>
    </p:spTree>
    <p:extLst>
      <p:ext uri="{BB962C8B-B14F-4D97-AF65-F5344CB8AC3E}">
        <p14:creationId xmlns:p14="http://schemas.microsoft.com/office/powerpoint/2010/main" val="1138869476"/>
      </p:ext>
    </p:extLst>
  </p:cSld>
</p:sld>
</file>

<file path=ppt/slides/slide11.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11-week">
            <a:extLst xmlns:a="http://schemas.openxmlformats.org/drawingml/2006/main">
              <a:ext uri="{FF2B5EF4-FFF2-40B4-BE49-F238E27FC236}">
                <a16:creationId xmlns:a16="http://schemas.microsoft.com/office/drawing/2014/main" id="{EA1A5D0A-69FE-4A62-8326-38DD6121366F}"/>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11</a:t>
            </a:r>
          </a:p>
        </p:txBody>
      </p:sp>
      <p:sp>
        <p:nvSpPr>
          <p:cNvPr id="2" name="W03-S11-label">
            <a:extLst xmlns:a="http://schemas.openxmlformats.org/drawingml/2006/main">
              <a:ext uri="{FF2B5EF4-FFF2-40B4-BE49-F238E27FC236}">
                <a16:creationId xmlns:a16="http://schemas.microsoft.com/office/drawing/2014/main" id="{62619C9C-1737-42A7-A8B9-739FA771E780}"/>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그림 활동</a:t>
            </a:r>
          </a:p>
        </p:txBody>
      </p:sp>
      <p:sp>
        <p:nvSpPr>
          <p:cNvPr id="3" name="W03-S11-brand">
            <a:extLst xmlns:a="http://schemas.openxmlformats.org/drawingml/2006/main">
              <a:ext uri="{FF2B5EF4-FFF2-40B4-BE49-F238E27FC236}">
                <a16:creationId xmlns:a16="http://schemas.microsoft.com/office/drawing/2014/main" id="{DC38909B-7127-44B2-B9F2-FD955D3C1380}"/>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11-id">
            <a:extLst xmlns:a="http://schemas.openxmlformats.org/drawingml/2006/main">
              <a:ext uri="{FF2B5EF4-FFF2-40B4-BE49-F238E27FC236}">
                <a16:creationId xmlns:a16="http://schemas.microsoft.com/office/drawing/2014/main" id="{D54C2EC1-6EB2-426C-AD8B-01163256FB92}"/>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W03-S11</a:t>
            </a:r>
          </a:p>
        </p:txBody>
      </p:sp>
      <p:sp>
        <p:nvSpPr>
          <p:cNvPr id="5" name="W03-S11-number">
            <a:extLst xmlns:a="http://schemas.openxmlformats.org/drawingml/2006/main">
              <a:ext uri="{FF2B5EF4-FFF2-40B4-BE49-F238E27FC236}">
                <a16:creationId xmlns:a16="http://schemas.microsoft.com/office/drawing/2014/main" id="{A0363CA9-EA7B-4250-BDF2-30102EBB8F97}"/>
              </a:ext>
            </a:extLst>
          </p:cNvPr>
          <p:cNvSpPr>
            <a:spLocks xmlns:a="http://schemas.openxmlformats.org/drawingml/2006/main" noGrp="1"/>
          </p:cNvSpPr>
          <p:nvPr/>
        </p:nvSpPr>
        <p:spPr>
          <a:xfrm xmlns:a="http://schemas.openxmlformats.org/drawingml/2006/main">
            <a:off x="1476375" y="857250"/>
            <a:ext cx="8667750" cy="638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0000"/>
              </a:lnSpc>
              <a:buNone/>
              <a:defRPr sz="39750" b="1">
                <a:solidFill>
                  <a:srgbClr val="FFFDF8"/>
                </a:solidFill>
                <a:latin typeface="Noto Sans KR"/>
                <a:ea typeface="Noto Sans KR"/>
                <a:cs typeface="Noto Sans KR"/>
              </a:defRPr>
            </a:pPr>
            <a:r>
              <a:rPr sz="39750" b="1">
                <a:solidFill>
                  <a:srgbClr val="FFFDF8"/>
                </a:solidFill>
                <a:latin typeface="Noto Sans KR"/>
                <a:ea typeface="Noto Sans KR"/>
                <a:cs typeface="Noto Sans KR"/>
              </a:rPr>
              <a:t>25</a:t>
            </a:r>
          </a:p>
        </p:txBody>
      </p:sp>
      <p:sp>
        <p:nvSpPr>
          <p:cNvPr id="6" name="W03-S11-min">
            <a:extLst xmlns:a="http://schemas.openxmlformats.org/drawingml/2006/main">
              <a:ext uri="{FF2B5EF4-FFF2-40B4-BE49-F238E27FC236}">
                <a16:creationId xmlns:a16="http://schemas.microsoft.com/office/drawing/2014/main" id="{A4B2EC82-8D96-487E-AE4F-5AC748AC488B}"/>
              </a:ext>
            </a:extLst>
          </p:cNvPr>
          <p:cNvSpPr>
            <a:spLocks xmlns:a="http://schemas.openxmlformats.org/drawingml/2006/main" noGrp="1"/>
          </p:cNvSpPr>
          <p:nvPr/>
        </p:nvSpPr>
        <p:spPr>
          <a:xfrm xmlns:a="http://schemas.openxmlformats.org/drawingml/2006/main">
            <a:off x="10763250" y="3333750"/>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4E8B83"/>
                </a:solidFill>
                <a:latin typeface="Noto Sans KR"/>
                <a:ea typeface="Noto Sans KR"/>
                <a:cs typeface="Noto Sans KR"/>
              </a:defRPr>
            </a:pPr>
            <a:r>
              <a:rPr sz="10875" b="1">
                <a:solidFill>
                  <a:srgbClr val="4E8B83"/>
                </a:solidFill>
                <a:latin typeface="Noto Sans KR"/>
                <a:ea typeface="Noto Sans KR"/>
                <a:cs typeface="Noto Sans KR"/>
              </a:rPr>
              <a:t>MIN</a:t>
            </a:r>
          </a:p>
        </p:txBody>
      </p:sp>
      <p:sp>
        <p:nvSpPr>
          <p:cNvPr id="7" name="W03-S11-body">
            <a:extLst xmlns:a="http://schemas.openxmlformats.org/drawingml/2006/main">
              <a:ext uri="{FF2B5EF4-FFF2-40B4-BE49-F238E27FC236}">
                <a16:creationId xmlns:a16="http://schemas.microsoft.com/office/drawing/2014/main" id="{C46A252F-88C5-4915-BEF6-8DFAA263FAB5}"/>
              </a:ext>
            </a:extLst>
          </p:cNvPr>
          <p:cNvSpPr>
            <a:spLocks xmlns:a="http://schemas.openxmlformats.org/drawingml/2006/main" noGrp="1"/>
          </p:cNvSpPr>
          <p:nvPr/>
        </p:nvSpPr>
        <p:spPr>
          <a:xfrm xmlns:a="http://schemas.openxmlformats.org/drawingml/2006/main">
            <a:off x="10715625" y="5619750"/>
            <a:ext cx="581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850" b="1">
                <a:solidFill>
                  <a:srgbClr val="FFFDF8"/>
                </a:solidFill>
                <a:latin typeface="Noto Sans KR"/>
                <a:ea typeface="Noto Sans KR"/>
                <a:cs typeface="Noto Sans KR"/>
              </a:defRPr>
            </a:pPr>
            <a:r>
              <a:rPr sz="2850" b="1">
                <a:solidFill>
                  <a:srgbClr val="FFFDF8"/>
                </a:solidFill>
                <a:latin typeface="Noto Sans KR"/>
                <a:ea typeface="Noto Sans KR"/>
                <a:cs typeface="Noto Sans KR"/>
              </a:rPr>
              <a:t>25 MIN / 그림을 시작합니다.</a:t>
            </a:r>
          </a:p>
        </p:txBody>
      </p:sp>
      <p:sp>
        <p:nvSpPr>
          <p:cNvPr id="8" name="W03-S11-timer-rule">
            <a:extLst xmlns:a="http://schemas.openxmlformats.org/drawingml/2006/main">
              <a:ext uri="{FF2B5EF4-FFF2-40B4-BE49-F238E27FC236}">
                <a16:creationId xmlns:a16="http://schemas.microsoft.com/office/drawing/2014/main" id="{69D285C1-C37B-42EF-AF5E-9937D7317F26}"/>
              </a:ext>
            </a:extLst>
          </p:cNvPr>
          <p:cNvSpPr>
            <a:spLocks xmlns:a="http://schemas.openxmlformats.org/drawingml/2006/main" noGrp="1"/>
          </p:cNvSpPr>
          <p:nvPr/>
        </p:nvSpPr>
        <p:spPr>
          <a:xfrm xmlns:a="http://schemas.openxmlformats.org/drawingml/2006/main">
            <a:off x="10744200" y="7143750"/>
            <a:ext cx="5429250" cy="9525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Tree>
    <p:extLst>
      <p:ext uri="{BB962C8B-B14F-4D97-AF65-F5344CB8AC3E}">
        <p14:creationId xmlns:p14="http://schemas.microsoft.com/office/powerpoint/2010/main" val="917092632"/>
      </p:ext>
    </p:extLst>
  </p:cSld>
</p:sld>
</file>

<file path=ppt/slides/slide1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12-week">
            <a:extLst xmlns:a="http://schemas.openxmlformats.org/drawingml/2006/main">
              <a:ext uri="{FF2B5EF4-FFF2-40B4-BE49-F238E27FC236}">
                <a16:creationId xmlns:a16="http://schemas.microsoft.com/office/drawing/2014/main" id="{9655E61A-F2C9-4101-B52F-EF5E67690669}"/>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12</a:t>
            </a:r>
          </a:p>
        </p:txBody>
      </p:sp>
      <p:sp>
        <p:nvSpPr>
          <p:cNvPr id="2" name="W03-S12-label">
            <a:extLst xmlns:a="http://schemas.openxmlformats.org/drawingml/2006/main">
              <a:ext uri="{FF2B5EF4-FFF2-40B4-BE49-F238E27FC236}">
                <a16:creationId xmlns:a16="http://schemas.microsoft.com/office/drawing/2014/main" id="{D43285BF-705F-4A51-B94C-283268FC635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작품 바라보기</a:t>
            </a:r>
          </a:p>
        </p:txBody>
      </p:sp>
      <p:sp>
        <p:nvSpPr>
          <p:cNvPr id="3" name="W03-S12-brand">
            <a:extLst xmlns:a="http://schemas.openxmlformats.org/drawingml/2006/main">
              <a:ext uri="{FF2B5EF4-FFF2-40B4-BE49-F238E27FC236}">
                <a16:creationId xmlns:a16="http://schemas.microsoft.com/office/drawing/2014/main" id="{3FEB2F71-5915-4F58-8186-0E7C4FC6D139}"/>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2-id">
            <a:extLst xmlns:a="http://schemas.openxmlformats.org/drawingml/2006/main">
              <a:ext uri="{FF2B5EF4-FFF2-40B4-BE49-F238E27FC236}">
                <a16:creationId xmlns:a16="http://schemas.microsoft.com/office/drawing/2014/main" id="{8E9B4E34-02A4-4114-806F-9B40036AB1B2}"/>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W03-S12</a:t>
            </a:r>
          </a:p>
        </p:txBody>
      </p:sp>
      <p:sp>
        <p:nvSpPr>
          <p:cNvPr id="5" name="W03-S12-observe">
            <a:extLst xmlns:a="http://schemas.openxmlformats.org/drawingml/2006/main">
              <a:ext uri="{FF2B5EF4-FFF2-40B4-BE49-F238E27FC236}">
                <a16:creationId xmlns:a16="http://schemas.microsoft.com/office/drawing/2014/main" id="{2D1F62A0-4B72-4948-B929-15147846618B}"/>
              </a:ext>
            </a:extLst>
          </p:cNvPr>
          <p:cNvSpPr>
            <a:spLocks xmlns:a="http://schemas.openxmlformats.org/drawingml/2006/main" noGrp="1"/>
          </p:cNvSpPr>
          <p:nvPr/>
        </p:nvSpPr>
        <p:spPr>
          <a:xfrm xmlns:a="http://schemas.openxmlformats.org/drawingml/2006/main">
            <a:off x="904875" y="1571625"/>
            <a:ext cx="952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700" b="1">
                <a:solidFill>
                  <a:srgbClr val="4E8B83">
                    <a:alpha val="60000"/>
                  </a:srgbClr>
                </a:solidFill>
                <a:latin typeface="Noto Sans KR"/>
                <a:ea typeface="Noto Sans KR"/>
                <a:cs typeface="Noto Sans KR"/>
              </a:defRPr>
            </a:pPr>
            <a:r>
              <a:rPr sz="8700" b="1">
                <a:solidFill>
                  <a:srgbClr val="4E8B83">
                    <a:alpha val="60000"/>
                  </a:srgbClr>
                </a:solidFill>
                <a:latin typeface="Noto Sans KR"/>
                <a:ea typeface="Noto Sans KR"/>
                <a:cs typeface="Noto Sans KR"/>
              </a:rPr>
              <a:t>LOOK AGAIN</a:t>
            </a:r>
          </a:p>
        </p:txBody>
      </p:sp>
      <p:sp>
        <p:nvSpPr>
          <p:cNvPr id="6" name="W03-S12-body">
            <a:extLst xmlns:a="http://schemas.openxmlformats.org/drawingml/2006/main">
              <a:ext uri="{FF2B5EF4-FFF2-40B4-BE49-F238E27FC236}">
                <a16:creationId xmlns:a16="http://schemas.microsoft.com/office/drawing/2014/main" id="{1FC4751E-57C3-4C2A-8286-787A21A6D25F}"/>
              </a:ext>
            </a:extLst>
          </p:cNvPr>
          <p:cNvSpPr>
            <a:spLocks xmlns:a="http://schemas.openxmlformats.org/drawingml/2006/main" noGrp="1"/>
          </p:cNvSpPr>
          <p:nvPr/>
        </p:nvSpPr>
        <p:spPr>
          <a:xfrm xmlns:a="http://schemas.openxmlformats.org/drawingml/2006/main">
            <a:off x="2619375" y="3667125"/>
            <a:ext cx="13049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5400" b="1">
                <a:solidFill>
                  <a:srgbClr val="101828"/>
                </a:solidFill>
                <a:latin typeface="Noto Sans KR"/>
                <a:ea typeface="Noto Sans KR"/>
                <a:cs typeface="Noto Sans KR"/>
              </a:defRPr>
            </a:pPr>
            <a:r>
              <a:rPr sz="5400" b="1">
                <a:solidFill>
                  <a:srgbClr val="101828"/>
                </a:solidFill>
                <a:latin typeface="Noto Sans KR"/>
                <a:ea typeface="Noto Sans KR"/>
                <a:cs typeface="Noto Sans KR"/>
              </a:rPr>
              <a:t>그림을 바꾸기 전에 먼저 그대로 바라봅니다.</a:t>
            </a:r>
          </a:p>
        </p:txBody>
      </p:sp>
      <p:sp>
        <p:nvSpPr>
          <p:cNvPr id="7" name="W03-S12-tlh">
            <a:extLst xmlns:a="http://schemas.openxmlformats.org/drawingml/2006/main">
              <a:ext uri="{FF2B5EF4-FFF2-40B4-BE49-F238E27FC236}">
                <a16:creationId xmlns:a16="http://schemas.microsoft.com/office/drawing/2014/main" id="{7BC974BD-E9D6-4D61-98A7-0E77CDAD66EE}"/>
              </a:ext>
            </a:extLst>
          </p:cNvPr>
          <p:cNvSpPr>
            <a:spLocks xmlns:a="http://schemas.openxmlformats.org/drawingml/2006/main" noGrp="1"/>
          </p:cNvSpPr>
          <p:nvPr/>
        </p:nvSpPr>
        <p:spPr>
          <a:xfrm xmlns:a="http://schemas.openxmlformats.org/drawingml/2006/main">
            <a:off x="1952625" y="3143250"/>
            <a:ext cx="1095375" cy="4762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12-tlv">
            <a:extLst xmlns:a="http://schemas.openxmlformats.org/drawingml/2006/main">
              <a:ext uri="{FF2B5EF4-FFF2-40B4-BE49-F238E27FC236}">
                <a16:creationId xmlns:a16="http://schemas.microsoft.com/office/drawing/2014/main" id="{D4AA29E4-EAB8-420A-BAC4-9805B23682E1}"/>
              </a:ext>
            </a:extLst>
          </p:cNvPr>
          <p:cNvSpPr>
            <a:spLocks xmlns:a="http://schemas.openxmlformats.org/drawingml/2006/main" noGrp="1"/>
          </p:cNvSpPr>
          <p:nvPr/>
        </p:nvSpPr>
        <p:spPr>
          <a:xfrm xmlns:a="http://schemas.openxmlformats.org/drawingml/2006/main">
            <a:off x="1952625" y="3143250"/>
            <a:ext cx="47625" cy="109537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9" name="W03-S12-trh">
            <a:extLst xmlns:a="http://schemas.openxmlformats.org/drawingml/2006/main">
              <a:ext uri="{FF2B5EF4-FFF2-40B4-BE49-F238E27FC236}">
                <a16:creationId xmlns:a16="http://schemas.microsoft.com/office/drawing/2014/main" id="{15A3B36D-B157-4AB1-AEED-DAD70BAFBCA6}"/>
              </a:ext>
            </a:extLst>
          </p:cNvPr>
          <p:cNvSpPr>
            <a:spLocks xmlns:a="http://schemas.openxmlformats.org/drawingml/2006/main" noGrp="1"/>
          </p:cNvSpPr>
          <p:nvPr/>
        </p:nvSpPr>
        <p:spPr>
          <a:xfrm xmlns:a="http://schemas.openxmlformats.org/drawingml/2006/main">
            <a:off x="15240000" y="3143250"/>
            <a:ext cx="1095375" cy="4762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0" name="W03-S12-trv">
            <a:extLst xmlns:a="http://schemas.openxmlformats.org/drawingml/2006/main">
              <a:ext uri="{FF2B5EF4-FFF2-40B4-BE49-F238E27FC236}">
                <a16:creationId xmlns:a16="http://schemas.microsoft.com/office/drawing/2014/main" id="{B4372CF6-F4D5-4AF2-AD5D-F24F95E817F7}"/>
              </a:ext>
            </a:extLst>
          </p:cNvPr>
          <p:cNvSpPr>
            <a:spLocks xmlns:a="http://schemas.openxmlformats.org/drawingml/2006/main" noGrp="1"/>
          </p:cNvSpPr>
          <p:nvPr/>
        </p:nvSpPr>
        <p:spPr>
          <a:xfrm xmlns:a="http://schemas.openxmlformats.org/drawingml/2006/main">
            <a:off x="16335375" y="3143250"/>
            <a:ext cx="47625" cy="109537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1" name="W03-S12-blh">
            <a:extLst xmlns:a="http://schemas.openxmlformats.org/drawingml/2006/main">
              <a:ext uri="{FF2B5EF4-FFF2-40B4-BE49-F238E27FC236}">
                <a16:creationId xmlns:a16="http://schemas.microsoft.com/office/drawing/2014/main" id="{381FE57A-C661-4873-BB99-88283743F8C8}"/>
              </a:ext>
            </a:extLst>
          </p:cNvPr>
          <p:cNvSpPr>
            <a:spLocks xmlns:a="http://schemas.openxmlformats.org/drawingml/2006/main" noGrp="1"/>
          </p:cNvSpPr>
          <p:nvPr/>
        </p:nvSpPr>
        <p:spPr>
          <a:xfrm xmlns:a="http://schemas.openxmlformats.org/drawingml/2006/main">
            <a:off x="1952625" y="6810375"/>
            <a:ext cx="1095375" cy="4762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2" name="W03-S12-blv">
            <a:extLst xmlns:a="http://schemas.openxmlformats.org/drawingml/2006/main">
              <a:ext uri="{FF2B5EF4-FFF2-40B4-BE49-F238E27FC236}">
                <a16:creationId xmlns:a16="http://schemas.microsoft.com/office/drawing/2014/main" id="{1FAFCF8E-0D1F-4111-ACB6-651ED6D369D2}"/>
              </a:ext>
            </a:extLst>
          </p:cNvPr>
          <p:cNvSpPr>
            <a:spLocks xmlns:a="http://schemas.openxmlformats.org/drawingml/2006/main" noGrp="1"/>
          </p:cNvSpPr>
          <p:nvPr/>
        </p:nvSpPr>
        <p:spPr>
          <a:xfrm xmlns:a="http://schemas.openxmlformats.org/drawingml/2006/main">
            <a:off x="1952625" y="5715000"/>
            <a:ext cx="47625" cy="109537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3" name="W03-S12-brh">
            <a:extLst xmlns:a="http://schemas.openxmlformats.org/drawingml/2006/main">
              <a:ext uri="{FF2B5EF4-FFF2-40B4-BE49-F238E27FC236}">
                <a16:creationId xmlns:a16="http://schemas.microsoft.com/office/drawing/2014/main" id="{00128A32-3383-4FE8-88DC-3D8E74B6C2C0}"/>
              </a:ext>
            </a:extLst>
          </p:cNvPr>
          <p:cNvSpPr>
            <a:spLocks xmlns:a="http://schemas.openxmlformats.org/drawingml/2006/main" noGrp="1"/>
          </p:cNvSpPr>
          <p:nvPr/>
        </p:nvSpPr>
        <p:spPr>
          <a:xfrm xmlns:a="http://schemas.openxmlformats.org/drawingml/2006/main">
            <a:off x="15240000" y="6810375"/>
            <a:ext cx="1095375" cy="4762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14" name="W03-S12-brv">
            <a:extLst xmlns:a="http://schemas.openxmlformats.org/drawingml/2006/main">
              <a:ext uri="{FF2B5EF4-FFF2-40B4-BE49-F238E27FC236}">
                <a16:creationId xmlns:a16="http://schemas.microsoft.com/office/drawing/2014/main" id="{10300D77-A736-4F68-9E48-DAD4C0198D40}"/>
              </a:ext>
            </a:extLst>
          </p:cNvPr>
          <p:cNvSpPr>
            <a:spLocks xmlns:a="http://schemas.openxmlformats.org/drawingml/2006/main" noGrp="1"/>
          </p:cNvSpPr>
          <p:nvPr/>
        </p:nvSpPr>
        <p:spPr>
          <a:xfrm xmlns:a="http://schemas.openxmlformats.org/drawingml/2006/main">
            <a:off x="16335375" y="5715000"/>
            <a:ext cx="47625" cy="109537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Tree>
    <p:extLst>
      <p:ext uri="{BB962C8B-B14F-4D97-AF65-F5344CB8AC3E}">
        <p14:creationId xmlns:p14="http://schemas.microsoft.com/office/powerpoint/2010/main" val="1026891152"/>
      </p:ext>
    </p:extLst>
  </p:cSld>
</p:sld>
</file>

<file path=ppt/slides/slide1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13-week">
            <a:extLst xmlns:a="http://schemas.openxmlformats.org/drawingml/2006/main">
              <a:ext uri="{FF2B5EF4-FFF2-40B4-BE49-F238E27FC236}">
                <a16:creationId xmlns:a16="http://schemas.microsoft.com/office/drawing/2014/main" id="{BB98C8D3-580F-484B-8E43-6EEDAE9ABA48}"/>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13</a:t>
            </a:r>
          </a:p>
        </p:txBody>
      </p:sp>
      <p:sp>
        <p:nvSpPr>
          <p:cNvPr id="2" name="W03-S13-label">
            <a:extLst xmlns:a="http://schemas.openxmlformats.org/drawingml/2006/main">
              <a:ext uri="{FF2B5EF4-FFF2-40B4-BE49-F238E27FC236}">
                <a16:creationId xmlns:a16="http://schemas.microsoft.com/office/drawing/2014/main" id="{9E077D42-E0B8-4A94-9283-8BA6660A495B}"/>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관찰 질문</a:t>
            </a:r>
          </a:p>
        </p:txBody>
      </p:sp>
      <p:sp>
        <p:nvSpPr>
          <p:cNvPr id="3" name="W03-S13-brand">
            <a:extLst xmlns:a="http://schemas.openxmlformats.org/drawingml/2006/main">
              <a:ext uri="{FF2B5EF4-FFF2-40B4-BE49-F238E27FC236}">
                <a16:creationId xmlns:a16="http://schemas.microsoft.com/office/drawing/2014/main" id="{E63C3518-9826-4A39-B792-11C479269121}"/>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3-id">
            <a:extLst xmlns:a="http://schemas.openxmlformats.org/drawingml/2006/main">
              <a:ext uri="{FF2B5EF4-FFF2-40B4-BE49-F238E27FC236}">
                <a16:creationId xmlns:a16="http://schemas.microsoft.com/office/drawing/2014/main" id="{F7E6D451-146F-46C4-94F8-C167D6E7C01B}"/>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W03-S13</a:t>
            </a:r>
          </a:p>
        </p:txBody>
      </p:sp>
      <p:sp>
        <p:nvSpPr>
          <p:cNvPr id="5" name="W03-S13-q">
            <a:extLst xmlns:a="http://schemas.openxmlformats.org/drawingml/2006/main">
              <a:ext uri="{FF2B5EF4-FFF2-40B4-BE49-F238E27FC236}">
                <a16:creationId xmlns:a16="http://schemas.microsoft.com/office/drawing/2014/main" id="{62F8CC3E-D57F-470E-AEBF-CB5AB7298E9E}"/>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0" b="1">
                <a:solidFill>
                  <a:srgbClr val="4E8B83"/>
                </a:solidFill>
                <a:latin typeface="Noto Sans KR"/>
                <a:ea typeface="Noto Sans KR"/>
                <a:cs typeface="Noto Sans KR"/>
              </a:defRPr>
            </a:pPr>
            <a:r>
              <a:rPr sz="14250" b="1">
                <a:solidFill>
                  <a:srgbClr val="4E8B83"/>
                </a:solidFill>
                <a:latin typeface="Noto Sans KR"/>
                <a:ea typeface="Noto Sans KR"/>
                <a:cs typeface="Noto Sans KR"/>
              </a:rPr>
              <a:t>Q.</a:t>
            </a:r>
          </a:p>
        </p:txBody>
      </p:sp>
      <p:sp>
        <p:nvSpPr>
          <p:cNvPr id="6" name="W03-S13-body">
            <a:extLst xmlns:a="http://schemas.openxmlformats.org/drawingml/2006/main">
              <a:ext uri="{FF2B5EF4-FFF2-40B4-BE49-F238E27FC236}">
                <a16:creationId xmlns:a16="http://schemas.microsoft.com/office/drawing/2014/main" id="{19DA9B7C-C2BB-4F3F-92B4-D3DA3CF93D65}"/>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가장 크게 표현된 부분과 숨겨진 부분은 무엇인가요?</a:t>
            </a:r>
          </a:p>
        </p:txBody>
      </p:sp>
      <p:sp>
        <p:nvSpPr>
          <p:cNvPr id="7" name="W03-S13-under">
            <a:extLst xmlns:a="http://schemas.openxmlformats.org/drawingml/2006/main">
              <a:ext uri="{FF2B5EF4-FFF2-40B4-BE49-F238E27FC236}">
                <a16:creationId xmlns:a16="http://schemas.microsoft.com/office/drawing/2014/main" id="{FB24B317-86E7-4125-8F70-5AD4268A19F1}"/>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13-cue">
            <a:extLst xmlns:a="http://schemas.openxmlformats.org/drawingml/2006/main">
              <a:ext uri="{FF2B5EF4-FFF2-40B4-BE49-F238E27FC236}">
                <a16:creationId xmlns:a16="http://schemas.microsoft.com/office/drawing/2014/main" id="{F5F4C045-BF8C-439B-8AC5-9A2D5AE1C9BF}"/>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보이는 것부터, 자신의 언어로.</a:t>
            </a:r>
          </a:p>
        </p:txBody>
      </p:sp>
    </p:spTree>
    <p:extLst>
      <p:ext uri="{BB962C8B-B14F-4D97-AF65-F5344CB8AC3E}">
        <p14:creationId xmlns:p14="http://schemas.microsoft.com/office/powerpoint/2010/main" val="830836083"/>
      </p:ext>
    </p:extLst>
  </p:cSld>
</p:sld>
</file>

<file path=ppt/slides/slide1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14-week">
            <a:extLst xmlns:a="http://schemas.openxmlformats.org/drawingml/2006/main">
              <a:ext uri="{FF2B5EF4-FFF2-40B4-BE49-F238E27FC236}">
                <a16:creationId xmlns:a16="http://schemas.microsoft.com/office/drawing/2014/main" id="{83517340-DBE1-49B1-ABC0-A5ED4881F895}"/>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14</a:t>
            </a:r>
          </a:p>
        </p:txBody>
      </p:sp>
      <p:sp>
        <p:nvSpPr>
          <p:cNvPr id="2" name="W03-S14-label">
            <a:extLst xmlns:a="http://schemas.openxmlformats.org/drawingml/2006/main">
              <a:ext uri="{FF2B5EF4-FFF2-40B4-BE49-F238E27FC236}">
                <a16:creationId xmlns:a16="http://schemas.microsoft.com/office/drawing/2014/main" id="{25FEAE57-087B-440C-9454-EFBBB68EE830}"/>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주인공 발화</a:t>
            </a:r>
          </a:p>
        </p:txBody>
      </p:sp>
      <p:sp>
        <p:nvSpPr>
          <p:cNvPr id="3" name="W03-S14-brand">
            <a:extLst xmlns:a="http://schemas.openxmlformats.org/drawingml/2006/main">
              <a:ext uri="{FF2B5EF4-FFF2-40B4-BE49-F238E27FC236}">
                <a16:creationId xmlns:a16="http://schemas.microsoft.com/office/drawing/2014/main" id="{360AD5FE-3A4C-4AEC-BCF9-D58F82375504}"/>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4-id">
            <a:extLst xmlns:a="http://schemas.openxmlformats.org/drawingml/2006/main">
              <a:ext uri="{FF2B5EF4-FFF2-40B4-BE49-F238E27FC236}">
                <a16:creationId xmlns:a16="http://schemas.microsoft.com/office/drawing/2014/main" id="{262ADA53-8119-4C89-BB65-8CC2D95CE71A}"/>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W03-S14</a:t>
            </a:r>
          </a:p>
        </p:txBody>
      </p:sp>
      <p:sp>
        <p:nvSpPr>
          <p:cNvPr id="5" name="W03-S14-q">
            <a:extLst xmlns:a="http://schemas.openxmlformats.org/drawingml/2006/main">
              <a:ext uri="{FF2B5EF4-FFF2-40B4-BE49-F238E27FC236}">
                <a16:creationId xmlns:a16="http://schemas.microsoft.com/office/drawing/2014/main" id="{45DA8650-A9DC-4359-8FC6-C5480BDAEAF2}"/>
              </a:ext>
            </a:extLst>
          </p:cNvPr>
          <p:cNvSpPr>
            <a:spLocks xmlns:a="http://schemas.openxmlformats.org/drawingml/2006/main" noGrp="1"/>
          </p:cNvSpPr>
          <p:nvPr/>
        </p:nvSpPr>
        <p:spPr>
          <a:xfrm xmlns:a="http://schemas.openxmlformats.org/drawingml/2006/main">
            <a:off x="819150" y="1619250"/>
            <a:ext cx="3333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580"/>
          </a:bodyPr>
          <a:lstStyle xmlns:a="http://schemas.openxmlformats.org/drawingml/2006/main"/>
          <a:p xmlns:a="http://schemas.openxmlformats.org/drawingml/2006/main">
            <a:pPr algn="l">
              <a:lnSpc>
                <a:spcPct val="104000"/>
              </a:lnSpc>
              <a:buNone/>
              <a:defRPr sz="17250" b="1">
                <a:solidFill>
                  <a:srgbClr val="4E8B83"/>
                </a:solidFill>
                <a:latin typeface="Noto Sans KR"/>
                <a:ea typeface="Noto Sans KR"/>
                <a:cs typeface="Noto Sans KR"/>
              </a:defRPr>
            </a:pPr>
            <a:r>
              <a:rPr sz="17250" b="1">
                <a:solidFill>
                  <a:srgbClr val="4E8B83"/>
                </a:solidFill>
                <a:latin typeface="Noto Sans KR"/>
                <a:ea typeface="Noto Sans KR"/>
                <a:cs typeface="Noto Sans KR"/>
              </a:rPr>
              <a:t>“</a:t>
            </a:r>
          </a:p>
        </p:txBody>
      </p:sp>
      <p:sp>
        <p:nvSpPr>
          <p:cNvPr id="6" name="W03-S14-body">
            <a:extLst xmlns:a="http://schemas.openxmlformats.org/drawingml/2006/main">
              <a:ext uri="{FF2B5EF4-FFF2-40B4-BE49-F238E27FC236}">
                <a16:creationId xmlns:a16="http://schemas.microsoft.com/office/drawing/2014/main" id="{F1FE59B4-DCCB-49FF-BD63-EA1481C7E986}"/>
              </a:ext>
            </a:extLst>
          </p:cNvPr>
          <p:cNvSpPr>
            <a:spLocks xmlns:a="http://schemas.openxmlformats.org/drawingml/2006/main" noGrp="1"/>
          </p:cNvSpPr>
          <p:nvPr/>
        </p:nvSpPr>
        <p:spPr>
          <a:xfrm xmlns:a="http://schemas.openxmlformats.org/drawingml/2006/main">
            <a:off x="3714750" y="2381250"/>
            <a:ext cx="13239750"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5550" b="1">
                <a:solidFill>
                  <a:srgbClr val="101828"/>
                </a:solidFill>
                <a:latin typeface="Noto Sans KR"/>
                <a:ea typeface="Noto Sans KR"/>
                <a:cs typeface="Noto Sans KR"/>
              </a:defRPr>
            </a:pPr>
            <a:r>
              <a:rPr sz="5550" b="1">
                <a:solidFill>
                  <a:srgbClr val="101828"/>
                </a:solidFill>
                <a:latin typeface="Noto Sans KR"/>
                <a:ea typeface="Noto Sans KR"/>
                <a:cs typeface="Noto Sans KR"/>
              </a:rPr>
              <a:t>이 역할이 한 문장을 말한다면 뭐라고 할까요?</a:t>
            </a:r>
          </a:p>
        </p:txBody>
      </p:sp>
      <p:sp>
        <p:nvSpPr>
          <p:cNvPr id="7" name="W03-S14-under">
            <a:extLst xmlns:a="http://schemas.openxmlformats.org/drawingml/2006/main">
              <a:ext uri="{FF2B5EF4-FFF2-40B4-BE49-F238E27FC236}">
                <a16:creationId xmlns:a16="http://schemas.microsoft.com/office/drawing/2014/main" id="{D7F9DACF-737C-4CCF-B291-CD14D303254C}"/>
              </a:ext>
            </a:extLst>
          </p:cNvPr>
          <p:cNvSpPr>
            <a:spLocks xmlns:a="http://schemas.openxmlformats.org/drawingml/2006/main" noGrp="1"/>
          </p:cNvSpPr>
          <p:nvPr/>
        </p:nvSpPr>
        <p:spPr>
          <a:xfrm xmlns:a="http://schemas.openxmlformats.org/drawingml/2006/main">
            <a:off x="3714750" y="7524750"/>
            <a:ext cx="7239000" cy="76200"/>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14-cue">
            <a:extLst xmlns:a="http://schemas.openxmlformats.org/drawingml/2006/main">
              <a:ext uri="{FF2B5EF4-FFF2-40B4-BE49-F238E27FC236}">
                <a16:creationId xmlns:a16="http://schemas.microsoft.com/office/drawing/2014/main" id="{4BD66CEF-F583-4E3D-87E9-9134C821A1AD}"/>
              </a:ext>
            </a:extLst>
          </p:cNvPr>
          <p:cNvSpPr>
            <a:spLocks xmlns:a="http://schemas.openxmlformats.org/drawingml/2006/main" noGrp="1"/>
          </p:cNvSpPr>
          <p:nvPr/>
        </p:nvSpPr>
        <p:spPr>
          <a:xfrm xmlns:a="http://schemas.openxmlformats.org/drawingml/2006/main">
            <a:off x="3714750" y="7905750"/>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0">
                <a:solidFill>
                  <a:srgbClr val="667085"/>
                </a:solidFill>
                <a:latin typeface="Noto Sans KR"/>
                <a:ea typeface="Noto Sans KR"/>
                <a:cs typeface="Noto Sans KR"/>
              </a:defRPr>
            </a:pPr>
            <a:r>
              <a:rPr sz="2025" b="0">
                <a:solidFill>
                  <a:srgbClr val="667085"/>
                </a:solidFill>
                <a:latin typeface="Noto Sans KR"/>
                <a:ea typeface="Noto Sans KR"/>
                <a:cs typeface="Noto Sans KR"/>
              </a:rPr>
              <a:t>한 문장으로 들려주세요.</a:t>
            </a:r>
          </a:p>
        </p:txBody>
      </p:sp>
    </p:spTree>
    <p:extLst>
      <p:ext uri="{BB962C8B-B14F-4D97-AF65-F5344CB8AC3E}">
        <p14:creationId xmlns:p14="http://schemas.microsoft.com/office/powerpoint/2010/main" val="1662246366"/>
      </p:ext>
    </p:extLst>
  </p:cSld>
</p:sld>
</file>

<file path=ppt/slides/slide1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15-week">
            <a:extLst xmlns:a="http://schemas.openxmlformats.org/drawingml/2006/main">
              <a:ext uri="{FF2B5EF4-FFF2-40B4-BE49-F238E27FC236}">
                <a16:creationId xmlns:a16="http://schemas.microsoft.com/office/drawing/2014/main" id="{F28E166A-0EBB-4719-B530-34D065FD2766}"/>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15</a:t>
            </a:r>
          </a:p>
        </p:txBody>
      </p:sp>
      <p:sp>
        <p:nvSpPr>
          <p:cNvPr id="2" name="W03-S15-label">
            <a:extLst xmlns:a="http://schemas.openxmlformats.org/drawingml/2006/main">
              <a:ext uri="{FF2B5EF4-FFF2-40B4-BE49-F238E27FC236}">
                <a16:creationId xmlns:a16="http://schemas.microsoft.com/office/drawing/2014/main" id="{52AD020E-ECEA-4C6C-8C55-150F672CDC39}"/>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관계·갈등 탐색</a:t>
            </a:r>
          </a:p>
        </p:txBody>
      </p:sp>
      <p:sp>
        <p:nvSpPr>
          <p:cNvPr id="3" name="W03-S15-brand">
            <a:extLst xmlns:a="http://schemas.openxmlformats.org/drawingml/2006/main">
              <a:ext uri="{FF2B5EF4-FFF2-40B4-BE49-F238E27FC236}">
                <a16:creationId xmlns:a16="http://schemas.microsoft.com/office/drawing/2014/main" id="{9B5D7A4F-F849-4E15-8E26-691854D40CC8}"/>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5-id">
            <a:extLst xmlns:a="http://schemas.openxmlformats.org/drawingml/2006/main">
              <a:ext uri="{FF2B5EF4-FFF2-40B4-BE49-F238E27FC236}">
                <a16:creationId xmlns:a16="http://schemas.microsoft.com/office/drawing/2014/main" id="{DAE33251-6BBE-4FB5-B2E6-3BA9F7BA3494}"/>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W03-S15</a:t>
            </a:r>
          </a:p>
        </p:txBody>
      </p:sp>
      <p:sp>
        <p:nvSpPr>
          <p:cNvPr id="5" name="W03-S15-tension">
            <a:extLst xmlns:a="http://schemas.openxmlformats.org/drawingml/2006/main">
              <a:ext uri="{FF2B5EF4-FFF2-40B4-BE49-F238E27FC236}">
                <a16:creationId xmlns:a16="http://schemas.microsoft.com/office/drawing/2014/main" id="{1E58D3E8-2049-4E89-B3F8-1D1EA18738B5}"/>
              </a:ext>
            </a:extLst>
          </p:cNvPr>
          <p:cNvSpPr>
            <a:spLocks xmlns:a="http://schemas.openxmlformats.org/drawingml/2006/main" noGrp="1"/>
          </p:cNvSpPr>
          <p:nvPr/>
        </p:nvSpPr>
        <p:spPr>
          <a:xfrm xmlns:a="http://schemas.openxmlformats.org/drawingml/2006/main">
            <a:off x="895350" y="1571625"/>
            <a:ext cx="11239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6750" b="1">
                <a:solidFill>
                  <a:srgbClr val="4E8B83"/>
                </a:solidFill>
                <a:latin typeface="Noto Sans KR"/>
                <a:ea typeface="Noto Sans KR"/>
                <a:cs typeface="Noto Sans KR"/>
              </a:defRPr>
            </a:pPr>
            <a:r>
              <a:rPr sz="6750" b="1">
                <a:solidFill>
                  <a:srgbClr val="4E8B83"/>
                </a:solidFill>
                <a:latin typeface="Noto Sans KR"/>
                <a:ea typeface="Noto Sans KR"/>
                <a:cs typeface="Noto Sans KR"/>
              </a:rPr>
              <a:t>TENSION / NEED</a:t>
            </a:r>
          </a:p>
        </p:txBody>
      </p:sp>
      <p:sp>
        <p:nvSpPr>
          <p:cNvPr id="6" name="W03-S15-axis-h">
            <a:extLst xmlns:a="http://schemas.openxmlformats.org/drawingml/2006/main">
              <a:ext uri="{FF2B5EF4-FFF2-40B4-BE49-F238E27FC236}">
                <a16:creationId xmlns:a16="http://schemas.microsoft.com/office/drawing/2014/main" id="{E1A8C0B7-84DD-44EE-9FE7-A110C2D47645}"/>
              </a:ext>
            </a:extLst>
          </p:cNvPr>
          <p:cNvSpPr>
            <a:spLocks xmlns:a="http://schemas.openxmlformats.org/drawingml/2006/main" noGrp="1"/>
          </p:cNvSpPr>
          <p:nvPr/>
        </p:nvSpPr>
        <p:spPr>
          <a:xfrm xmlns:a="http://schemas.openxmlformats.org/drawingml/2006/main">
            <a:off x="2000250" y="5619750"/>
            <a:ext cx="1428750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7" name="W03-S15-axis-v">
            <a:extLst xmlns:a="http://schemas.openxmlformats.org/drawingml/2006/main">
              <a:ext uri="{FF2B5EF4-FFF2-40B4-BE49-F238E27FC236}">
                <a16:creationId xmlns:a16="http://schemas.microsoft.com/office/drawing/2014/main" id="{F5B0EBEC-92E5-4082-A325-5A7B39307A17}"/>
              </a:ext>
            </a:extLst>
          </p:cNvPr>
          <p:cNvSpPr>
            <a:spLocks xmlns:a="http://schemas.openxmlformats.org/drawingml/2006/main" noGrp="1"/>
          </p:cNvSpPr>
          <p:nvPr/>
        </p:nvSpPr>
        <p:spPr>
          <a:xfrm xmlns:a="http://schemas.openxmlformats.org/drawingml/2006/main">
            <a:off x="9144000" y="3524250"/>
            <a:ext cx="28575" cy="4191000"/>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3-S15-axis-dot">
            <a:extLst xmlns:a="http://schemas.openxmlformats.org/drawingml/2006/main">
              <a:ext uri="{FF2B5EF4-FFF2-40B4-BE49-F238E27FC236}">
                <a16:creationId xmlns:a16="http://schemas.microsoft.com/office/drawing/2014/main" id="{78C1B353-097D-4B9F-9A7A-D10793386E1E}"/>
              </a:ext>
            </a:extLst>
          </p:cNvPr>
          <p:cNvSpPr>
            <a:spLocks xmlns:a="http://schemas.openxmlformats.org/drawingml/2006/main" noGrp="1"/>
          </p:cNvSpPr>
          <p:nvPr/>
        </p:nvSpPr>
        <p:spPr>
          <a:xfrm xmlns:a="http://schemas.openxmlformats.org/drawingml/2006/main">
            <a:off x="8810625" y="5286375"/>
            <a:ext cx="685800" cy="685800"/>
          </a:xfrm>
          <a:prstGeom xmlns:a="http://schemas.openxmlformats.org/drawingml/2006/main" prst="ellipse">
            <a:avLst/>
          </a:prstGeom>
          <a:solidFill xmlns:a="http://schemas.openxmlformats.org/drawingml/2006/main">
            <a:srgbClr val="4E8B83"/>
          </a:solidFill>
          <a:ln xmlns:a="http://schemas.openxmlformats.org/drawingml/2006/main" w="19050">
            <a:solidFill>
              <a:srgbClr val="101828"/>
            </a:solidFill>
            <a:prstDash val="solid"/>
          </a:ln>
        </p:spPr>
      </p:sp>
      <p:sp>
        <p:nvSpPr>
          <p:cNvPr id="9" name="W03-S15-body">
            <a:extLst xmlns:a="http://schemas.openxmlformats.org/drawingml/2006/main">
              <a:ext uri="{FF2B5EF4-FFF2-40B4-BE49-F238E27FC236}">
                <a16:creationId xmlns:a16="http://schemas.microsoft.com/office/drawing/2014/main" id="{22AC8347-45C2-4D8D-8468-838D73DDAF5E}"/>
              </a:ext>
            </a:extLst>
          </p:cNvPr>
          <p:cNvSpPr>
            <a:spLocks xmlns:a="http://schemas.openxmlformats.org/drawingml/2006/main" noGrp="1"/>
          </p:cNvSpPr>
          <p:nvPr/>
        </p:nvSpPr>
        <p:spPr>
          <a:xfrm xmlns:a="http://schemas.openxmlformats.org/drawingml/2006/main">
            <a:off x="2000250" y="3143250"/>
            <a:ext cx="14287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나를 지켜준 힘과 지금의 삶에서 치르는 대가는 무엇인가요?</a:t>
            </a:r>
          </a:p>
        </p:txBody>
      </p:sp>
      <p:sp>
        <p:nvSpPr>
          <p:cNvPr id="10" name="W03-S15-axis-left">
            <a:extLst xmlns:a="http://schemas.openxmlformats.org/drawingml/2006/main">
              <a:ext uri="{FF2B5EF4-FFF2-40B4-BE49-F238E27FC236}">
                <a16:creationId xmlns:a16="http://schemas.microsoft.com/office/drawing/2014/main" id="{7BED92FF-512D-4C44-9358-0CCF6B6E2E4F}"/>
              </a:ext>
            </a:extLst>
          </p:cNvPr>
          <p:cNvSpPr>
            <a:spLocks xmlns:a="http://schemas.openxmlformats.org/drawingml/2006/main" noGrp="1"/>
          </p:cNvSpPr>
          <p:nvPr/>
        </p:nvSpPr>
        <p:spPr>
          <a:xfrm xmlns:a="http://schemas.openxmlformats.org/drawingml/2006/main">
            <a:off x="200025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지켜준 것</a:t>
            </a:r>
          </a:p>
        </p:txBody>
      </p:sp>
      <p:sp>
        <p:nvSpPr>
          <p:cNvPr id="11" name="W03-S15-axis-right">
            <a:extLst xmlns:a="http://schemas.openxmlformats.org/drawingml/2006/main">
              <a:ext uri="{FF2B5EF4-FFF2-40B4-BE49-F238E27FC236}">
                <a16:creationId xmlns:a16="http://schemas.microsoft.com/office/drawing/2014/main" id="{C7CF002E-D9E2-4A45-BC94-E3F78C5DCC8C}"/>
              </a:ext>
            </a:extLst>
          </p:cNvPr>
          <p:cNvSpPr>
            <a:spLocks xmlns:a="http://schemas.openxmlformats.org/drawingml/2006/main" noGrp="1"/>
          </p:cNvSpPr>
          <p:nvPr/>
        </p:nvSpPr>
        <p:spPr>
          <a:xfrm xmlns:a="http://schemas.openxmlformats.org/drawingml/2006/main">
            <a:off x="10096500" y="61912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2175" b="1">
                <a:solidFill>
                  <a:srgbClr val="667085"/>
                </a:solidFill>
                <a:latin typeface="Noto Sans KR"/>
                <a:ea typeface="Noto Sans KR"/>
                <a:cs typeface="Noto Sans KR"/>
              </a:defRPr>
            </a:pPr>
            <a:r>
              <a:rPr sz="2175" b="1">
                <a:solidFill>
                  <a:srgbClr val="667085"/>
                </a:solidFill>
                <a:latin typeface="Noto Sans KR"/>
                <a:ea typeface="Noto Sans KR"/>
                <a:cs typeface="Noto Sans KR"/>
              </a:rPr>
              <a:t>지금 필요한 것</a:t>
            </a:r>
          </a:p>
        </p:txBody>
      </p:sp>
    </p:spTree>
    <p:extLst>
      <p:ext uri="{BB962C8B-B14F-4D97-AF65-F5344CB8AC3E}">
        <p14:creationId xmlns:p14="http://schemas.microsoft.com/office/powerpoint/2010/main" val="1260993330"/>
      </p:ext>
    </p:extLst>
  </p:cSld>
</p:sld>
</file>

<file path=ppt/slides/slide16.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16-week">
            <a:extLst xmlns:a="http://schemas.openxmlformats.org/drawingml/2006/main">
              <a:ext uri="{FF2B5EF4-FFF2-40B4-BE49-F238E27FC236}">
                <a16:creationId xmlns:a16="http://schemas.microsoft.com/office/drawing/2014/main" id="{DD77BC1B-98B1-49A9-9102-93E748B2DA92}"/>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16</a:t>
            </a:r>
          </a:p>
        </p:txBody>
      </p:sp>
      <p:sp>
        <p:nvSpPr>
          <p:cNvPr id="2" name="W03-S16-label">
            <a:extLst xmlns:a="http://schemas.openxmlformats.org/drawingml/2006/main">
              <a:ext uri="{FF2B5EF4-FFF2-40B4-BE49-F238E27FC236}">
                <a16:creationId xmlns:a16="http://schemas.microsoft.com/office/drawing/2014/main" id="{1447C9CF-9598-4674-BEAD-DB8983076DD1}"/>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소그룹 나눔</a:t>
            </a:r>
          </a:p>
        </p:txBody>
      </p:sp>
      <p:sp>
        <p:nvSpPr>
          <p:cNvPr id="3" name="W03-S16-brand">
            <a:extLst xmlns:a="http://schemas.openxmlformats.org/drawingml/2006/main">
              <a:ext uri="{FF2B5EF4-FFF2-40B4-BE49-F238E27FC236}">
                <a16:creationId xmlns:a16="http://schemas.microsoft.com/office/drawing/2014/main" id="{FB5C1E71-EE1A-4639-A9A2-AD7C785A683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16-id">
            <a:extLst xmlns:a="http://schemas.openxmlformats.org/drawingml/2006/main">
              <a:ext uri="{FF2B5EF4-FFF2-40B4-BE49-F238E27FC236}">
                <a16:creationId xmlns:a16="http://schemas.microsoft.com/office/drawing/2014/main" id="{FBD3A53A-D516-46EF-B567-CA2C1B7FB7F1}"/>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W03-S16</a:t>
            </a:r>
          </a:p>
        </p:txBody>
      </p:sp>
      <p:sp>
        <p:nvSpPr>
          <p:cNvPr id="5" name="W03-S16-share">
            <a:extLst xmlns:a="http://schemas.openxmlformats.org/drawingml/2006/main">
              <a:ext uri="{FF2B5EF4-FFF2-40B4-BE49-F238E27FC236}">
                <a16:creationId xmlns:a16="http://schemas.microsoft.com/office/drawing/2014/main" id="{B1DC9819-FD4C-4D79-9811-C8643D432FAA}"/>
              </a:ext>
            </a:extLst>
          </p:cNvPr>
          <p:cNvSpPr>
            <a:spLocks xmlns:a="http://schemas.openxmlformats.org/drawingml/2006/main" noGrp="1"/>
          </p:cNvSpPr>
          <p:nvPr/>
        </p:nvSpPr>
        <p:spPr>
          <a:xfrm xmlns:a="http://schemas.openxmlformats.org/drawingml/2006/main">
            <a:off x="895350" y="1476375"/>
            <a:ext cx="1257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100" b="1">
                <a:solidFill>
                  <a:srgbClr val="4E8B83"/>
                </a:solidFill>
                <a:latin typeface="Noto Sans KR"/>
                <a:ea typeface="Noto Sans KR"/>
                <a:cs typeface="Noto Sans KR"/>
              </a:defRPr>
            </a:pPr>
            <a:r>
              <a:rPr sz="8100" b="1">
                <a:solidFill>
                  <a:srgbClr val="4E8B83"/>
                </a:solidFill>
                <a:latin typeface="Noto Sans KR"/>
                <a:ea typeface="Noto Sans KR"/>
                <a:cs typeface="Noto Sans KR"/>
              </a:rPr>
              <a:t>SHARE / REFLECT</a:t>
            </a:r>
          </a:p>
        </p:txBody>
      </p:sp>
      <p:sp>
        <p:nvSpPr>
          <p:cNvPr id="6" name="W03-S16-body">
            <a:extLst xmlns:a="http://schemas.openxmlformats.org/drawingml/2006/main">
              <a:ext uri="{FF2B5EF4-FFF2-40B4-BE49-F238E27FC236}">
                <a16:creationId xmlns:a16="http://schemas.microsoft.com/office/drawing/2014/main" id="{FA39DD26-E399-405F-9917-7FDF53E4AE7C}"/>
              </a:ext>
            </a:extLst>
          </p:cNvPr>
          <p:cNvSpPr>
            <a:spLocks xmlns:a="http://schemas.openxmlformats.org/drawingml/2006/main" noGrp="1"/>
          </p:cNvSpPr>
          <p:nvPr/>
        </p:nvSpPr>
        <p:spPr>
          <a:xfrm xmlns:a="http://schemas.openxmlformats.org/drawingml/2006/main">
            <a:off x="914400" y="3429000"/>
            <a:ext cx="15716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250" b="1">
                <a:solidFill>
                  <a:srgbClr val="FFFDF8"/>
                </a:solidFill>
                <a:latin typeface="Noto Sans KR"/>
                <a:ea typeface="Noto Sans KR"/>
                <a:cs typeface="Noto Sans KR"/>
              </a:defRPr>
            </a:pPr>
            <a:r>
              <a:rPr sz="5250" b="1">
                <a:solidFill>
                  <a:srgbClr val="FFFDF8"/>
                </a:solidFill>
                <a:latin typeface="Noto Sans KR"/>
                <a:ea typeface="Noto Sans KR"/>
                <a:cs typeface="Noto Sans KR"/>
              </a:rPr>
              <a:t>3인 나눔 / 유지할 힘 하나와 내려놓을 역할 하나를 말합니다.</a:t>
            </a:r>
          </a:p>
        </p:txBody>
      </p:sp>
      <p:sp>
        <p:nvSpPr>
          <p:cNvPr id="7" name="W03-S16-share-n-0">
            <a:extLst xmlns:a="http://schemas.openxmlformats.org/drawingml/2006/main">
              <a:ext uri="{FF2B5EF4-FFF2-40B4-BE49-F238E27FC236}">
                <a16:creationId xmlns:a16="http://schemas.microsoft.com/office/drawing/2014/main" id="{3E13A902-F66C-494F-B8B6-C47DBEE0BFB4}"/>
              </a:ext>
            </a:extLst>
          </p:cNvPr>
          <p:cNvSpPr>
            <a:spLocks xmlns:a="http://schemas.openxmlformats.org/drawingml/2006/main" noGrp="1"/>
          </p:cNvSpPr>
          <p:nvPr/>
        </p:nvSpPr>
        <p:spPr>
          <a:xfrm xmlns:a="http://schemas.openxmlformats.org/drawingml/2006/main">
            <a:off x="952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4E8B83"/>
                </a:solidFill>
                <a:latin typeface="Noto Sans KR"/>
                <a:ea typeface="Noto Sans KR"/>
                <a:cs typeface="Noto Sans KR"/>
              </a:defRPr>
            </a:pPr>
            <a:r>
              <a:rPr sz="2250" b="1">
                <a:solidFill>
                  <a:srgbClr val="4E8B83"/>
                </a:solidFill>
                <a:latin typeface="Noto Sans KR"/>
                <a:ea typeface="Noto Sans KR"/>
                <a:cs typeface="Noto Sans KR"/>
              </a:rPr>
              <a:t>01</a:t>
            </a:r>
          </a:p>
        </p:txBody>
      </p:sp>
      <p:sp>
        <p:nvSpPr>
          <p:cNvPr id="8" name="W03-S16-share-rule-0">
            <a:extLst xmlns:a="http://schemas.openxmlformats.org/drawingml/2006/main">
              <a:ext uri="{FF2B5EF4-FFF2-40B4-BE49-F238E27FC236}">
                <a16:creationId xmlns:a16="http://schemas.microsoft.com/office/drawing/2014/main" id="{6BB4DE4C-36EE-4B42-AA63-42488614261D}"/>
              </a:ext>
            </a:extLst>
          </p:cNvPr>
          <p:cNvSpPr>
            <a:spLocks xmlns:a="http://schemas.openxmlformats.org/drawingml/2006/main" noGrp="1"/>
          </p:cNvSpPr>
          <p:nvPr/>
        </p:nvSpPr>
        <p:spPr>
          <a:xfrm xmlns:a="http://schemas.openxmlformats.org/drawingml/2006/main">
            <a:off x="952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9" name="W03-S16-share-text-0">
            <a:extLst xmlns:a="http://schemas.openxmlformats.org/drawingml/2006/main">
              <a:ext uri="{FF2B5EF4-FFF2-40B4-BE49-F238E27FC236}">
                <a16:creationId xmlns:a16="http://schemas.microsoft.com/office/drawing/2014/main" id="{8641042C-AA98-4654-B7B8-9B67A604E15D}"/>
              </a:ext>
            </a:extLst>
          </p:cNvPr>
          <p:cNvSpPr>
            <a:spLocks xmlns:a="http://schemas.openxmlformats.org/drawingml/2006/main" noGrp="1"/>
          </p:cNvSpPr>
          <p:nvPr/>
        </p:nvSpPr>
        <p:spPr>
          <a:xfrm xmlns:a="http://schemas.openxmlformats.org/drawingml/2006/main">
            <a:off x="952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설명보다 경험</a:t>
            </a:r>
          </a:p>
        </p:txBody>
      </p:sp>
      <p:sp>
        <p:nvSpPr>
          <p:cNvPr id="10" name="W03-S16-share-n-1">
            <a:extLst xmlns:a="http://schemas.openxmlformats.org/drawingml/2006/main">
              <a:ext uri="{FF2B5EF4-FFF2-40B4-BE49-F238E27FC236}">
                <a16:creationId xmlns:a16="http://schemas.microsoft.com/office/drawing/2014/main" id="{07691950-442C-49B4-95CD-925A17222ED6}"/>
              </a:ext>
            </a:extLst>
          </p:cNvPr>
          <p:cNvSpPr>
            <a:spLocks xmlns:a="http://schemas.openxmlformats.org/drawingml/2006/main" noGrp="1"/>
          </p:cNvSpPr>
          <p:nvPr/>
        </p:nvSpPr>
        <p:spPr>
          <a:xfrm xmlns:a="http://schemas.openxmlformats.org/drawingml/2006/main">
            <a:off x="6286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4E8B83"/>
                </a:solidFill>
                <a:latin typeface="Noto Sans KR"/>
                <a:ea typeface="Noto Sans KR"/>
                <a:cs typeface="Noto Sans KR"/>
              </a:defRPr>
            </a:pPr>
            <a:r>
              <a:rPr sz="2250" b="1">
                <a:solidFill>
                  <a:srgbClr val="4E8B83"/>
                </a:solidFill>
                <a:latin typeface="Noto Sans KR"/>
                <a:ea typeface="Noto Sans KR"/>
                <a:cs typeface="Noto Sans KR"/>
              </a:rPr>
              <a:t>02</a:t>
            </a:r>
          </a:p>
        </p:txBody>
      </p:sp>
      <p:sp>
        <p:nvSpPr>
          <p:cNvPr id="11" name="W03-S16-share-rule-1">
            <a:extLst xmlns:a="http://schemas.openxmlformats.org/drawingml/2006/main">
              <a:ext uri="{FF2B5EF4-FFF2-40B4-BE49-F238E27FC236}">
                <a16:creationId xmlns:a16="http://schemas.microsoft.com/office/drawing/2014/main" id="{465880E6-77C6-4A17-886E-96829DBD9B2C}"/>
              </a:ext>
            </a:extLst>
          </p:cNvPr>
          <p:cNvSpPr>
            <a:spLocks xmlns:a="http://schemas.openxmlformats.org/drawingml/2006/main" noGrp="1"/>
          </p:cNvSpPr>
          <p:nvPr/>
        </p:nvSpPr>
        <p:spPr>
          <a:xfrm xmlns:a="http://schemas.openxmlformats.org/drawingml/2006/main">
            <a:off x="6286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2" name="W03-S16-share-text-1">
            <a:extLst xmlns:a="http://schemas.openxmlformats.org/drawingml/2006/main">
              <a:ext uri="{FF2B5EF4-FFF2-40B4-BE49-F238E27FC236}">
                <a16:creationId xmlns:a16="http://schemas.microsoft.com/office/drawing/2014/main" id="{9AFE4F67-791B-4DDD-9898-F149F5AAD1F4}"/>
              </a:ext>
            </a:extLst>
          </p:cNvPr>
          <p:cNvSpPr>
            <a:spLocks xmlns:a="http://schemas.openxmlformats.org/drawingml/2006/main" noGrp="1"/>
          </p:cNvSpPr>
          <p:nvPr/>
        </p:nvSpPr>
        <p:spPr>
          <a:xfrm xmlns:a="http://schemas.openxmlformats.org/drawingml/2006/main">
            <a:off x="6286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조언 없이 듣기</a:t>
            </a:r>
          </a:p>
        </p:txBody>
      </p:sp>
      <p:sp>
        <p:nvSpPr>
          <p:cNvPr id="13" name="W03-S16-share-n-2">
            <a:extLst xmlns:a="http://schemas.openxmlformats.org/drawingml/2006/main">
              <a:ext uri="{FF2B5EF4-FFF2-40B4-BE49-F238E27FC236}">
                <a16:creationId xmlns:a16="http://schemas.microsoft.com/office/drawing/2014/main" id="{740B0C08-3212-45EB-BBB8-57DE35B231C3}"/>
              </a:ext>
            </a:extLst>
          </p:cNvPr>
          <p:cNvSpPr>
            <a:spLocks xmlns:a="http://schemas.openxmlformats.org/drawingml/2006/main" noGrp="1"/>
          </p:cNvSpPr>
          <p:nvPr/>
        </p:nvSpPr>
        <p:spPr>
          <a:xfrm xmlns:a="http://schemas.openxmlformats.org/drawingml/2006/main">
            <a:off x="11620500" y="666750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250" b="1">
                <a:solidFill>
                  <a:srgbClr val="4E8B83"/>
                </a:solidFill>
                <a:latin typeface="Noto Sans KR"/>
                <a:ea typeface="Noto Sans KR"/>
                <a:cs typeface="Noto Sans KR"/>
              </a:defRPr>
            </a:pPr>
            <a:r>
              <a:rPr sz="2250" b="1">
                <a:solidFill>
                  <a:srgbClr val="4E8B83"/>
                </a:solidFill>
                <a:latin typeface="Noto Sans KR"/>
                <a:ea typeface="Noto Sans KR"/>
                <a:cs typeface="Noto Sans KR"/>
              </a:rPr>
              <a:t>03</a:t>
            </a:r>
          </a:p>
        </p:txBody>
      </p:sp>
      <p:sp>
        <p:nvSpPr>
          <p:cNvPr id="14" name="W03-S16-share-rule-2">
            <a:extLst xmlns:a="http://schemas.openxmlformats.org/drawingml/2006/main">
              <a:ext uri="{FF2B5EF4-FFF2-40B4-BE49-F238E27FC236}">
                <a16:creationId xmlns:a16="http://schemas.microsoft.com/office/drawing/2014/main" id="{835C9C81-43C0-4FB2-A074-2DE8D666569E}"/>
              </a:ext>
            </a:extLst>
          </p:cNvPr>
          <p:cNvSpPr>
            <a:spLocks xmlns:a="http://schemas.openxmlformats.org/drawingml/2006/main" noGrp="1"/>
          </p:cNvSpPr>
          <p:nvPr/>
        </p:nvSpPr>
        <p:spPr>
          <a:xfrm xmlns:a="http://schemas.openxmlformats.org/drawingml/2006/main">
            <a:off x="11620500" y="7381875"/>
            <a:ext cx="4524375" cy="19050"/>
          </a:xfrm>
          <a:prstGeom xmlns:a="http://schemas.openxmlformats.org/drawingml/2006/main" prst="rect">
            <a:avLst/>
          </a:prstGeom>
          <a:solidFill xmlns:a="http://schemas.openxmlformats.org/drawingml/2006/main">
            <a:srgbClr val="FFFFFF">
              <a:alpha val="35000"/>
            </a:srgbClr>
          </a:solidFill>
          <a:ln xmlns:a="http://schemas.openxmlformats.org/drawingml/2006/main" w="0">
            <a:solidFill>
              <a:srgbClr val="FFFFFF">
                <a:alpha val="35000"/>
              </a:srgbClr>
            </a:solidFill>
            <a:prstDash val="solid"/>
          </a:ln>
        </p:spPr>
      </p:sp>
      <p:sp>
        <p:nvSpPr>
          <p:cNvPr id="15" name="W03-S16-share-text-2">
            <a:extLst xmlns:a="http://schemas.openxmlformats.org/drawingml/2006/main">
              <a:ext uri="{FF2B5EF4-FFF2-40B4-BE49-F238E27FC236}">
                <a16:creationId xmlns:a16="http://schemas.microsoft.com/office/drawing/2014/main" id="{E0053D02-8EC6-4CBE-8B0D-233C18D56C8A}"/>
              </a:ext>
            </a:extLst>
          </p:cNvPr>
          <p:cNvSpPr>
            <a:spLocks xmlns:a="http://schemas.openxmlformats.org/drawingml/2006/main" noGrp="1"/>
          </p:cNvSpPr>
          <p:nvPr/>
        </p:nvSpPr>
        <p:spPr>
          <a:xfrm xmlns:a="http://schemas.openxmlformats.org/drawingml/2006/main">
            <a:off x="11620500" y="7620000"/>
            <a:ext cx="452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a:solidFill>
                  <a:srgbClr val="FFFDF8"/>
                </a:solidFill>
                <a:latin typeface="Noto Sans KR"/>
                <a:ea typeface="Noto Sans KR"/>
                <a:cs typeface="Noto Sans KR"/>
              </a:defRPr>
            </a:pPr>
            <a:r>
              <a:rPr sz="2025" b="1">
                <a:solidFill>
                  <a:srgbClr val="FFFDF8"/>
                </a:solidFill>
                <a:latin typeface="Noto Sans KR"/>
                <a:ea typeface="Noto Sans KR"/>
                <a:cs typeface="Noto Sans KR"/>
              </a:rPr>
              <a:t>“제가 들은 핵심은…”</a:t>
            </a:r>
          </a:p>
        </p:txBody>
      </p:sp>
    </p:spTree>
    <p:extLst>
      <p:ext uri="{BB962C8B-B14F-4D97-AF65-F5344CB8AC3E}">
        <p14:creationId xmlns:p14="http://schemas.microsoft.com/office/powerpoint/2010/main" val="1233519810"/>
      </p:ext>
    </p:extLst>
  </p:cSld>
</p:sld>
</file>

<file path=ppt/slides/slide17.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 name="W03-S17-week">
            <a:extLst xmlns:a="http://schemas.openxmlformats.org/drawingml/2006/main">
              <a:ext uri="{FF2B5EF4-FFF2-40B4-BE49-F238E27FC236}">
                <a16:creationId xmlns:a16="http://schemas.microsoft.com/office/drawing/2014/main" id="{5A76891F-04B9-4F28-A8C7-5063380E50FF}"/>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17</a:t>
            </a:r>
          </a:p>
        </p:txBody>
      </p:sp>
      <p:sp>
        <p:nvSpPr>
          <p:cNvPr id="2" name="W03-S17-label">
            <a:extLst xmlns:a="http://schemas.openxmlformats.org/drawingml/2006/main">
              <a:ext uri="{FF2B5EF4-FFF2-40B4-BE49-F238E27FC236}">
                <a16:creationId xmlns:a16="http://schemas.microsoft.com/office/drawing/2014/main" id="{3250BD6B-A0EE-4239-B12D-112C9381A71D}"/>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전체 나눔</a:t>
            </a:r>
          </a:p>
        </p:txBody>
      </p:sp>
      <p:sp>
        <p:nvSpPr>
          <p:cNvPr id="3" name="W03-S17-brand">
            <a:extLst xmlns:a="http://schemas.openxmlformats.org/drawingml/2006/main">
              <a:ext uri="{FF2B5EF4-FFF2-40B4-BE49-F238E27FC236}">
                <a16:creationId xmlns:a16="http://schemas.microsoft.com/office/drawing/2014/main" id="{1021569C-F3D3-40D5-9AE2-6C586B07548A}"/>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7-id">
            <a:extLst xmlns:a="http://schemas.openxmlformats.org/drawingml/2006/main">
              <a:ext uri="{FF2B5EF4-FFF2-40B4-BE49-F238E27FC236}">
                <a16:creationId xmlns:a16="http://schemas.microsoft.com/office/drawing/2014/main" id="{F285C560-2F65-4AB7-A251-BBC98952716F}"/>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W03-S17</a:t>
            </a:r>
          </a:p>
        </p:txBody>
      </p:sp>
      <p:sp>
        <p:nvSpPr>
          <p:cNvPr id="5" name="W03-S17-big-circle">
            <a:extLst xmlns:a="http://schemas.openxmlformats.org/drawingml/2006/main">
              <a:ext uri="{FF2B5EF4-FFF2-40B4-BE49-F238E27FC236}">
                <a16:creationId xmlns:a16="http://schemas.microsoft.com/office/drawing/2014/main" id="{CEA5F442-40B6-4332-A8CC-DE9C8462A1E2}"/>
              </a:ext>
            </a:extLst>
          </p:cNvPr>
          <p:cNvSpPr>
            <a:spLocks xmlns:a="http://schemas.openxmlformats.org/drawingml/2006/main" noGrp="1"/>
          </p:cNvSpPr>
          <p:nvPr/>
        </p:nvSpPr>
        <p:spPr>
          <a:xfrm xmlns:a="http://schemas.openxmlformats.org/drawingml/2006/main">
            <a:off x="1000125" y="1952625"/>
            <a:ext cx="5619750" cy="5619750"/>
          </a:xfrm>
          <a:prstGeom xmlns:a="http://schemas.openxmlformats.org/drawingml/2006/main" prst="ellipse">
            <a:avLst/>
          </a:prstGeom>
          <a:noFill xmlns:a="http://schemas.openxmlformats.org/drawingml/2006/main"/>
          <a:ln xmlns:a="http://schemas.openxmlformats.org/drawingml/2006/main" w="133350">
            <a:solidFill>
              <a:srgbClr val="4E8B83"/>
            </a:solidFill>
            <a:prstDash val="solid"/>
          </a:ln>
        </p:spPr>
      </p:sp>
      <p:sp>
        <p:nvSpPr>
          <p:cNvPr id="6" name="W03-S17-small-circle">
            <a:extLst xmlns:a="http://schemas.openxmlformats.org/drawingml/2006/main">
              <a:ext uri="{FF2B5EF4-FFF2-40B4-BE49-F238E27FC236}">
                <a16:creationId xmlns:a16="http://schemas.microsoft.com/office/drawing/2014/main" id="{9B423E55-03BD-414F-B5B8-3FEE6BD5182D}"/>
              </a:ext>
            </a:extLst>
          </p:cNvPr>
          <p:cNvSpPr>
            <a:spLocks xmlns:a="http://schemas.openxmlformats.org/drawingml/2006/main" noGrp="1"/>
          </p:cNvSpPr>
          <p:nvPr/>
        </p:nvSpPr>
        <p:spPr>
          <a:xfrm xmlns:a="http://schemas.openxmlformats.org/drawingml/2006/main">
            <a:off x="2952750" y="3905250"/>
            <a:ext cx="1714500" cy="1714500"/>
          </a:xfrm>
          <a:prstGeom xmlns:a="http://schemas.openxmlformats.org/drawingml/2006/main" prst="ellipse">
            <a:avLst/>
          </a:prstGeom>
          <a:solidFill xmlns:a="http://schemas.openxmlformats.org/drawingml/2006/main">
            <a:srgbClr val="4E8B83"/>
          </a:solidFill>
          <a:ln xmlns:a="http://schemas.openxmlformats.org/drawingml/2006/main" w="28575">
            <a:solidFill>
              <a:srgbClr val="101828"/>
            </a:solidFill>
            <a:prstDash val="solid"/>
          </a:ln>
        </p:spPr>
      </p:sp>
      <p:sp>
        <p:nvSpPr>
          <p:cNvPr id="7" name="W03-S17-body">
            <a:extLst xmlns:a="http://schemas.openxmlformats.org/drawingml/2006/main">
              <a:ext uri="{FF2B5EF4-FFF2-40B4-BE49-F238E27FC236}">
                <a16:creationId xmlns:a16="http://schemas.microsoft.com/office/drawing/2014/main" id="{B7B57843-DBC9-426D-B83B-BD8A2AF04A5D}"/>
              </a:ext>
            </a:extLst>
          </p:cNvPr>
          <p:cNvSpPr>
            <a:spLocks xmlns:a="http://schemas.openxmlformats.org/drawingml/2006/main" noGrp="1"/>
          </p:cNvSpPr>
          <p:nvPr/>
        </p:nvSpPr>
        <p:spPr>
          <a:xfrm xmlns:a="http://schemas.openxmlformats.org/drawingml/2006/main">
            <a:off x="7524750" y="276225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5700" b="1">
                <a:solidFill>
                  <a:srgbClr val="101828"/>
                </a:solidFill>
                <a:latin typeface="Noto Sans KR"/>
                <a:ea typeface="Noto Sans KR"/>
                <a:cs typeface="Noto Sans KR"/>
              </a:defRPr>
            </a:pPr>
            <a:r>
              <a:rPr sz="5700" b="1">
                <a:solidFill>
                  <a:srgbClr val="101828"/>
                </a:solidFill>
                <a:latin typeface="Noto Sans KR"/>
                <a:ea typeface="Noto Sans KR"/>
                <a:cs typeface="Noto Sans KR"/>
              </a:rPr>
              <a:t>역할을 벗어난 나를 한 문장으로 말합니다.</a:t>
            </a:r>
          </a:p>
        </p:txBody>
      </p:sp>
      <p:sp>
        <p:nvSpPr>
          <p:cNvPr id="8" name="W03-S17-cue">
            <a:extLst xmlns:a="http://schemas.openxmlformats.org/drawingml/2006/main">
              <a:ext uri="{FF2B5EF4-FFF2-40B4-BE49-F238E27FC236}">
                <a16:creationId xmlns:a16="http://schemas.microsoft.com/office/drawing/2014/main" id="{5F36D977-95BC-408D-B82B-5000C84F176F}"/>
              </a:ext>
            </a:extLst>
          </p:cNvPr>
          <p:cNvSpPr>
            <a:spLocks xmlns:a="http://schemas.openxmlformats.org/drawingml/2006/main" noGrp="1"/>
          </p:cNvSpPr>
          <p:nvPr/>
        </p:nvSpPr>
        <p:spPr>
          <a:xfrm xmlns:a="http://schemas.openxmlformats.org/drawingml/2006/main">
            <a:off x="7572375" y="6667500"/>
            <a:ext cx="781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75" b="0">
                <a:solidFill>
                  <a:srgbClr val="667085"/>
                </a:solidFill>
                <a:latin typeface="Noto Sans KR"/>
                <a:ea typeface="Noto Sans KR"/>
                <a:cs typeface="Noto Sans KR"/>
              </a:defRPr>
            </a:pPr>
            <a:r>
              <a:rPr sz="2175" b="0">
                <a:solidFill>
                  <a:srgbClr val="667085"/>
                </a:solidFill>
                <a:latin typeface="Noto Sans KR"/>
                <a:ea typeface="Noto Sans KR"/>
                <a:cs typeface="Noto Sans KR"/>
              </a:rPr>
              <a:t>말하고 싶은 만큼만, 자신의 문장으로.</a:t>
            </a:r>
          </a:p>
        </p:txBody>
      </p:sp>
    </p:spTree>
    <p:extLst>
      <p:ext uri="{BB962C8B-B14F-4D97-AF65-F5344CB8AC3E}">
        <p14:creationId xmlns:p14="http://schemas.microsoft.com/office/powerpoint/2010/main" val="1590847416"/>
      </p:ext>
    </p:extLst>
  </p:cSld>
</p:sld>
</file>

<file path=ppt/slides/slide1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 name="W03-S18-week">
            <a:extLst xmlns:a="http://schemas.openxmlformats.org/drawingml/2006/main">
              <a:ext uri="{FF2B5EF4-FFF2-40B4-BE49-F238E27FC236}">
                <a16:creationId xmlns:a16="http://schemas.microsoft.com/office/drawing/2014/main" id="{837CFE8F-50D3-484A-9B6E-5135D99A63EA}"/>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667085"/>
                </a:solidFill>
                <a:latin typeface="Noto Sans KR"/>
                <a:ea typeface="Noto Sans KR"/>
                <a:cs typeface="Noto Sans KR"/>
              </a:defRPr>
            </a:pPr>
            <a:r>
              <a:rPr sz="1575" b="1">
                <a:solidFill>
                  <a:srgbClr val="667085"/>
                </a:solidFill>
                <a:latin typeface="Noto Sans KR"/>
                <a:ea typeface="Noto Sans KR"/>
                <a:cs typeface="Noto Sans KR"/>
              </a:rPr>
              <a:t>W03  /  18</a:t>
            </a:r>
          </a:p>
        </p:txBody>
      </p:sp>
      <p:sp>
        <p:nvSpPr>
          <p:cNvPr id="2" name="W03-S18-label">
            <a:extLst xmlns:a="http://schemas.openxmlformats.org/drawingml/2006/main">
              <a:ext uri="{FF2B5EF4-FFF2-40B4-BE49-F238E27FC236}">
                <a16:creationId xmlns:a16="http://schemas.microsoft.com/office/drawing/2014/main" id="{9DCDFBD7-1C0E-4277-8063-D6B2B8949148}"/>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101828"/>
                </a:solidFill>
                <a:latin typeface="Noto Sans KR"/>
                <a:ea typeface="Noto Sans KR"/>
                <a:cs typeface="Noto Sans KR"/>
              </a:defRPr>
            </a:pPr>
            <a:r>
              <a:rPr sz="1800" b="1">
                <a:solidFill>
                  <a:srgbClr val="101828"/>
                </a:solidFill>
                <a:latin typeface="Noto Sans KR"/>
                <a:ea typeface="Noto Sans KR"/>
                <a:cs typeface="Noto Sans KR"/>
              </a:rPr>
              <a:t>삶의 연결</a:t>
            </a:r>
          </a:p>
        </p:txBody>
      </p:sp>
      <p:sp>
        <p:nvSpPr>
          <p:cNvPr id="3" name="W03-S18-brand">
            <a:extLst xmlns:a="http://schemas.openxmlformats.org/drawingml/2006/main">
              <a:ext uri="{FF2B5EF4-FFF2-40B4-BE49-F238E27FC236}">
                <a16:creationId xmlns:a16="http://schemas.microsoft.com/office/drawing/2014/main" id="{DD5F210D-1559-4666-AAD1-DCABEFDE0D4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DAILYCOACHING</a:t>
            </a:r>
          </a:p>
        </p:txBody>
      </p:sp>
      <p:sp>
        <p:nvSpPr>
          <p:cNvPr id="4" name="W03-S18-id">
            <a:extLst xmlns:a="http://schemas.openxmlformats.org/drawingml/2006/main">
              <a:ext uri="{FF2B5EF4-FFF2-40B4-BE49-F238E27FC236}">
                <a16:creationId xmlns:a16="http://schemas.microsoft.com/office/drawing/2014/main" id="{8F807E5D-61BA-4B93-B6CF-C286E44FB373}"/>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667085"/>
                </a:solidFill>
                <a:latin typeface="Noto Sans KR"/>
                <a:ea typeface="Noto Sans KR"/>
                <a:cs typeface="Noto Sans KR"/>
              </a:defRPr>
            </a:pPr>
            <a:r>
              <a:rPr sz="1275" b="1">
                <a:solidFill>
                  <a:srgbClr val="667085"/>
                </a:solidFill>
                <a:latin typeface="Noto Sans KR"/>
                <a:ea typeface="Noto Sans KR"/>
                <a:cs typeface="Noto Sans KR"/>
              </a:rPr>
              <a:t>W03-S18</a:t>
            </a:r>
          </a:p>
        </p:txBody>
      </p:sp>
      <p:sp>
        <p:nvSpPr>
          <p:cNvPr id="5" name="W03-S18-action">
            <a:extLst xmlns:a="http://schemas.openxmlformats.org/drawingml/2006/main">
              <a:ext uri="{FF2B5EF4-FFF2-40B4-BE49-F238E27FC236}">
                <a16:creationId xmlns:a16="http://schemas.microsoft.com/office/drawing/2014/main" id="{CF4CB7F8-BF9E-4A49-9D67-BEC6FD9C2A9D}"/>
              </a:ext>
            </a:extLst>
          </p:cNvPr>
          <p:cNvSpPr>
            <a:spLocks xmlns:a="http://schemas.openxmlformats.org/drawingml/2006/main" noGrp="1"/>
          </p:cNvSpPr>
          <p:nvPr/>
        </p:nvSpPr>
        <p:spPr>
          <a:xfrm xmlns:a="http://schemas.openxmlformats.org/drawingml/2006/main">
            <a:off x="895350" y="1524000"/>
            <a:ext cx="1000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650" b="1">
                <a:solidFill>
                  <a:srgbClr val="4E8B83"/>
                </a:solidFill>
                <a:latin typeface="Noto Sans KR"/>
                <a:ea typeface="Noto Sans KR"/>
                <a:cs typeface="Noto Sans KR"/>
              </a:defRPr>
            </a:pPr>
            <a:r>
              <a:rPr sz="7650" b="1">
                <a:solidFill>
                  <a:srgbClr val="4E8B83"/>
                </a:solidFill>
                <a:latin typeface="Noto Sans KR"/>
                <a:ea typeface="Noto Sans KR"/>
                <a:cs typeface="Noto Sans KR"/>
              </a:rPr>
              <a:t>NEXT / SMALL</a:t>
            </a:r>
          </a:p>
        </p:txBody>
      </p:sp>
      <p:sp>
        <p:nvSpPr>
          <p:cNvPr id="6" name="W03-S18-body">
            <a:extLst xmlns:a="http://schemas.openxmlformats.org/drawingml/2006/main">
              <a:ext uri="{FF2B5EF4-FFF2-40B4-BE49-F238E27FC236}">
                <a16:creationId xmlns:a16="http://schemas.microsoft.com/office/drawing/2014/main" id="{79BB0600-32FA-4E2D-B239-61A358DAB1E2}"/>
              </a:ext>
            </a:extLst>
          </p:cNvPr>
          <p:cNvSpPr>
            <a:spLocks xmlns:a="http://schemas.openxmlformats.org/drawingml/2006/main" noGrp="1"/>
          </p:cNvSpPr>
          <p:nvPr/>
        </p:nvSpPr>
        <p:spPr>
          <a:xfrm xmlns:a="http://schemas.openxmlformats.org/drawingml/2006/main">
            <a:off x="904875" y="3429000"/>
            <a:ext cx="15335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4950" b="1">
                <a:solidFill>
                  <a:srgbClr val="101828"/>
                </a:solidFill>
                <a:latin typeface="Noto Sans KR"/>
                <a:ea typeface="Noto Sans KR"/>
                <a:cs typeface="Noto Sans KR"/>
              </a:defRPr>
            </a:pPr>
            <a:r>
              <a:rPr sz="4950" b="1">
                <a:solidFill>
                  <a:srgbClr val="101828"/>
                </a:solidFill>
                <a:latin typeface="Noto Sans KR"/>
                <a:ea typeface="Noto Sans KR"/>
                <a:cs typeface="Noto Sans KR"/>
              </a:rPr>
              <a:t>하루 중 자동적으로 역할을 맡는 장면 하나와 그 순간의 실제 욕구를 기록합니다.</a:t>
            </a:r>
          </a:p>
        </p:txBody>
      </p:sp>
      <p:sp>
        <p:nvSpPr>
          <p:cNvPr id="7" name="W03-S18-action-rule">
            <a:extLst xmlns:a="http://schemas.openxmlformats.org/drawingml/2006/main">
              <a:ext uri="{FF2B5EF4-FFF2-40B4-BE49-F238E27FC236}">
                <a16:creationId xmlns:a16="http://schemas.microsoft.com/office/drawing/2014/main" id="{C3106CDD-7F7D-466D-9AEC-33D5F80BA6AE}"/>
              </a:ext>
            </a:extLst>
          </p:cNvPr>
          <p:cNvSpPr>
            <a:spLocks xmlns:a="http://schemas.openxmlformats.org/drawingml/2006/main" noGrp="1"/>
          </p:cNvSpPr>
          <p:nvPr/>
        </p:nvSpPr>
        <p:spPr>
          <a:xfrm xmlns:a="http://schemas.openxmlformats.org/drawingml/2006/main">
            <a:off x="914400" y="7143750"/>
            <a:ext cx="15335250" cy="28575"/>
          </a:xfrm>
          <a:prstGeom xmlns:a="http://schemas.openxmlformats.org/drawingml/2006/main" prst="rect">
            <a:avLst/>
          </a:prstGeom>
          <a:solidFill xmlns:a="http://schemas.openxmlformats.org/drawingml/2006/main">
            <a:srgbClr val="101828"/>
          </a:solidFill>
          <a:ln xmlns:a="http://schemas.openxmlformats.org/drawingml/2006/main" w="0">
            <a:solidFill>
              <a:srgbClr val="101828"/>
            </a:solidFill>
            <a:prstDash val="solid"/>
          </a:ln>
        </p:spPr>
      </p:sp>
      <p:sp>
        <p:nvSpPr>
          <p:cNvPr id="8" name="W03-S18-action-cue">
            <a:extLst xmlns:a="http://schemas.openxmlformats.org/drawingml/2006/main">
              <a:ext uri="{FF2B5EF4-FFF2-40B4-BE49-F238E27FC236}">
                <a16:creationId xmlns:a16="http://schemas.microsoft.com/office/drawing/2014/main" id="{2BDD72E7-8A79-4527-8D8F-2EDA6B7E64EE}"/>
              </a:ext>
            </a:extLst>
          </p:cNvPr>
          <p:cNvSpPr>
            <a:spLocks xmlns:a="http://schemas.openxmlformats.org/drawingml/2006/main" noGrp="1"/>
          </p:cNvSpPr>
          <p:nvPr/>
        </p:nvSpPr>
        <p:spPr>
          <a:xfrm xmlns:a="http://schemas.openxmlformats.org/drawingml/2006/main">
            <a:off x="914400" y="7524750"/>
            <a:ext cx="1162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a:solidFill>
                  <a:srgbClr val="667085"/>
                </a:solidFill>
                <a:latin typeface="Noto Sans KR"/>
                <a:ea typeface="Noto Sans KR"/>
                <a:cs typeface="Noto Sans KR"/>
              </a:defRPr>
            </a:pPr>
            <a:r>
              <a:rPr sz="2325" b="1">
                <a:solidFill>
                  <a:srgbClr val="667085"/>
                </a:solidFill>
                <a:latin typeface="Noto Sans KR"/>
                <a:ea typeface="Noto Sans KR"/>
                <a:cs typeface="Noto Sans KR"/>
              </a:rPr>
              <a:t>작게 시작하고 · 확인하고 · 다시 시작합니다.</a:t>
            </a:r>
          </a:p>
        </p:txBody>
      </p:sp>
    </p:spTree>
    <p:extLst>
      <p:ext uri="{BB962C8B-B14F-4D97-AF65-F5344CB8AC3E}">
        <p14:creationId xmlns:p14="http://schemas.microsoft.com/office/powerpoint/2010/main" val="1498839707"/>
      </p:ext>
    </p:extLst>
  </p:cSld>
</p:sld>
</file>

<file path=ppt/slides/slide19.xml><?xml version="1.0" encoding="utf-8"?>
<p:sld xmlns:p="http://schemas.openxmlformats.org/presentationml/2006/main">
  <p:cSld>
    <p:bg>
      <p:bgPr>
        <a:solidFill xmlns:a="http://schemas.openxmlformats.org/drawingml/2006/main">
          <a:srgbClr val="101828"/>
        </a:solidFill>
      </p:bgPr>
    </p:bg>
    <p:spTree>
      <p:nvGrpSpPr>
        <p:cNvPr id="1" name=""/>
        <p:cNvGrpSpPr/>
        <p:nvPr/>
      </p:nvGrpSpPr>
      <p:grpSpPr>
        <a:xfrm xmlns:a="http://schemas.openxmlformats.org/drawingml/2006/main"/>
      </p:grpSpPr>
      <p:sp>
        <p:nvSpPr>
          <p:cNvPr id="1" name="W03-S19-week">
            <a:extLst xmlns:a="http://schemas.openxmlformats.org/drawingml/2006/main">
              <a:ext uri="{FF2B5EF4-FFF2-40B4-BE49-F238E27FC236}">
                <a16:creationId xmlns:a16="http://schemas.microsoft.com/office/drawing/2014/main" id="{787423E1-1ACB-4FC4-9397-1935D08ADD20}"/>
              </a:ext>
            </a:extLst>
          </p:cNvPr>
          <p:cNvSpPr>
            <a:spLocks xmlns:a="http://schemas.openxmlformats.org/drawingml/2006/main" noGrp="1"/>
          </p:cNvSpPr>
          <p:nvPr/>
        </p:nvSpPr>
        <p:spPr>
          <a:xfrm xmlns:a="http://schemas.openxmlformats.org/drawingml/2006/main">
            <a:off x="876300" y="5905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a:solidFill>
                  <a:srgbClr val="B8C0CC"/>
                </a:solidFill>
                <a:latin typeface="Noto Sans KR"/>
                <a:ea typeface="Noto Sans KR"/>
                <a:cs typeface="Noto Sans KR"/>
              </a:defRPr>
            </a:pPr>
            <a:r>
              <a:rPr sz="1575" b="1">
                <a:solidFill>
                  <a:srgbClr val="B8C0CC"/>
                </a:solidFill>
                <a:latin typeface="Noto Sans KR"/>
                <a:ea typeface="Noto Sans KR"/>
                <a:cs typeface="Noto Sans KR"/>
              </a:rPr>
              <a:t>W03  /  19</a:t>
            </a:r>
          </a:p>
        </p:txBody>
      </p:sp>
      <p:sp>
        <p:nvSpPr>
          <p:cNvPr id="2" name="W03-S19-label">
            <a:extLst xmlns:a="http://schemas.openxmlformats.org/drawingml/2006/main">
              <a:ext uri="{FF2B5EF4-FFF2-40B4-BE49-F238E27FC236}">
                <a16:creationId xmlns:a16="http://schemas.microsoft.com/office/drawing/2014/main" id="{C887BAD3-C1FA-4EC8-BF35-210BA4C09C34}"/>
              </a:ext>
            </a:extLst>
          </p:cNvPr>
          <p:cNvSpPr>
            <a:spLocks xmlns:a="http://schemas.openxmlformats.org/drawingml/2006/main" noGrp="1"/>
          </p:cNvSpPr>
          <p:nvPr/>
        </p:nvSpPr>
        <p:spPr>
          <a:xfrm xmlns:a="http://schemas.openxmlformats.org/drawingml/2006/main">
            <a:off x="876300" y="990600"/>
            <a:ext cx="781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1">
                <a:solidFill>
                  <a:srgbClr val="FFFDF8"/>
                </a:solidFill>
                <a:latin typeface="Noto Sans KR"/>
                <a:ea typeface="Noto Sans KR"/>
                <a:cs typeface="Noto Sans KR"/>
              </a:defRPr>
            </a:pPr>
            <a:r>
              <a:rPr sz="1800" b="1">
                <a:solidFill>
                  <a:srgbClr val="FFFDF8"/>
                </a:solidFill>
                <a:latin typeface="Noto Sans KR"/>
                <a:ea typeface="Noto Sans KR"/>
                <a:cs typeface="Noto Sans KR"/>
              </a:rPr>
              <a:t>마무리 문장</a:t>
            </a:r>
          </a:p>
        </p:txBody>
      </p:sp>
      <p:sp>
        <p:nvSpPr>
          <p:cNvPr id="3" name="W03-S19-brand">
            <a:extLst xmlns:a="http://schemas.openxmlformats.org/drawingml/2006/main">
              <a:ext uri="{FF2B5EF4-FFF2-40B4-BE49-F238E27FC236}">
                <a16:creationId xmlns:a16="http://schemas.microsoft.com/office/drawing/2014/main" id="{1887CAC2-F885-4013-B54B-AB266C7F3C53}"/>
              </a:ext>
            </a:extLst>
          </p:cNvPr>
          <p:cNvSpPr>
            <a:spLocks xmlns:a="http://schemas.openxmlformats.org/drawingml/2006/main" noGrp="1"/>
          </p:cNvSpPr>
          <p:nvPr/>
        </p:nvSpPr>
        <p:spPr>
          <a:xfrm xmlns:a="http://schemas.openxmlformats.org/drawingml/2006/main">
            <a:off x="876300" y="9667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DAILYCOACHING</a:t>
            </a:r>
          </a:p>
        </p:txBody>
      </p:sp>
      <p:sp>
        <p:nvSpPr>
          <p:cNvPr id="4" name="W03-S19-id">
            <a:extLst xmlns:a="http://schemas.openxmlformats.org/drawingml/2006/main">
              <a:ext uri="{FF2B5EF4-FFF2-40B4-BE49-F238E27FC236}">
                <a16:creationId xmlns:a16="http://schemas.microsoft.com/office/drawing/2014/main" id="{882AA5D0-0E80-4B3A-AFA0-1C8A74068710}"/>
              </a:ext>
            </a:extLst>
          </p:cNvPr>
          <p:cNvSpPr>
            <a:spLocks xmlns:a="http://schemas.openxmlformats.org/drawingml/2006/main" noGrp="1"/>
          </p:cNvSpPr>
          <p:nvPr/>
        </p:nvSpPr>
        <p:spPr>
          <a:xfrm xmlns:a="http://schemas.openxmlformats.org/drawingml/2006/main">
            <a:off x="15621000" y="96678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275" b="1">
                <a:solidFill>
                  <a:srgbClr val="B8C0CC"/>
                </a:solidFill>
                <a:latin typeface="Noto Sans KR"/>
                <a:ea typeface="Noto Sans KR"/>
                <a:cs typeface="Noto Sans KR"/>
              </a:defRPr>
            </a:pPr>
            <a:r>
              <a:rPr sz="1275" b="1">
                <a:solidFill>
                  <a:srgbClr val="B8C0CC"/>
                </a:solidFill>
                <a:latin typeface="Noto Sans KR"/>
                <a:ea typeface="Noto Sans KR"/>
                <a:cs typeface="Noto Sans KR"/>
              </a:rPr>
              <a:t>W03-S19</a:t>
            </a:r>
          </a:p>
        </p:txBody>
      </p:sp>
      <p:sp>
        <p:nvSpPr>
          <p:cNvPr id="5" name="W03-S19-close">
            <a:extLst xmlns:a="http://schemas.openxmlformats.org/drawingml/2006/main">
              <a:ext uri="{FF2B5EF4-FFF2-40B4-BE49-F238E27FC236}">
                <a16:creationId xmlns:a16="http://schemas.microsoft.com/office/drawing/2014/main" id="{4DD7530A-29B6-49DF-8BFB-A3CF9F0C24BB}"/>
              </a:ext>
            </a:extLst>
          </p:cNvPr>
          <p:cNvSpPr>
            <a:spLocks xmlns:a="http://schemas.openxmlformats.org/drawingml/2006/main" noGrp="1"/>
          </p:cNvSpPr>
          <p:nvPr/>
        </p:nvSpPr>
        <p:spPr>
          <a:xfrm xmlns:a="http://schemas.openxmlformats.org/drawingml/2006/main">
            <a:off x="904875" y="1333500"/>
            <a:ext cx="9334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9"/>
          </a:bodyPr>
          <a:lstStyle xmlns:a="http://schemas.openxmlformats.org/drawingml/2006/main"/>
          <a:p xmlns:a="http://schemas.openxmlformats.org/drawingml/2006/main">
            <a:pPr algn="l">
              <a:lnSpc>
                <a:spcPct val="104000"/>
              </a:lnSpc>
              <a:buNone/>
              <a:defRPr sz="10875" b="1">
                <a:solidFill>
                  <a:srgbClr val="4E8B83">
                    <a:alpha val="70000"/>
                  </a:srgbClr>
                </a:solidFill>
                <a:latin typeface="Noto Sans KR"/>
                <a:ea typeface="Noto Sans KR"/>
                <a:cs typeface="Noto Sans KR"/>
              </a:defRPr>
            </a:pPr>
            <a:r>
              <a:rPr sz="10875" b="1">
                <a:solidFill>
                  <a:srgbClr val="4E8B83">
                    <a:alpha val="70000"/>
                  </a:srgbClr>
                </a:solidFill>
                <a:latin typeface="Noto Sans KR"/>
                <a:ea typeface="Noto Sans KR"/>
                <a:cs typeface="Noto Sans KR"/>
              </a:rPr>
              <a:t>CLOSE</a:t>
            </a:r>
          </a:p>
        </p:txBody>
      </p:sp>
      <p:sp>
        <p:nvSpPr>
          <p:cNvPr id="6" name="W03-S19-body">
            <a:extLst xmlns:a="http://schemas.openxmlformats.org/drawingml/2006/main">
              <a:ext uri="{FF2B5EF4-FFF2-40B4-BE49-F238E27FC236}">
                <a16:creationId xmlns:a16="http://schemas.microsoft.com/office/drawing/2014/main" id="{C951A7DB-A719-42E5-A2D4-328A50C8D4C6}"/>
              </a:ext>
            </a:extLst>
          </p:cNvPr>
          <p:cNvSpPr>
            <a:spLocks xmlns:a="http://schemas.openxmlformats.org/drawingml/2006/main" noGrp="1"/>
          </p:cNvSpPr>
          <p:nvPr/>
        </p:nvSpPr>
        <p:spPr>
          <a:xfrm xmlns:a="http://schemas.openxmlformats.org/drawingml/2006/main">
            <a:off x="1428750" y="3714750"/>
            <a:ext cx="1533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5550" b="1">
                <a:solidFill>
                  <a:srgbClr val="FFFDF8"/>
                </a:solidFill>
                <a:latin typeface="Noto Sans KR"/>
                <a:ea typeface="Noto Sans KR"/>
                <a:cs typeface="Noto Sans KR"/>
              </a:defRPr>
            </a:pPr>
            <a:r>
              <a:rPr sz="5550" b="1">
                <a:solidFill>
                  <a:srgbClr val="FFFDF8"/>
                </a:solidFill>
                <a:latin typeface="Noto Sans KR"/>
                <a:ea typeface="Noto Sans KR"/>
                <a:cs typeface="Noto Sans KR"/>
              </a:rPr>
              <a:t>나는 살아남기 위해 ______한 사람이 되었다.</a:t>
            </a:r>
          </a:p>
        </p:txBody>
      </p:sp>
      <p:sp>
        <p:nvSpPr>
          <p:cNvPr id="7" name="W03-S19-signature">
            <a:extLst xmlns:a="http://schemas.openxmlformats.org/drawingml/2006/main">
              <a:ext uri="{FF2B5EF4-FFF2-40B4-BE49-F238E27FC236}">
                <a16:creationId xmlns:a16="http://schemas.microsoft.com/office/drawing/2014/main" id="{E39474D4-E83A-4A49-AA71-23292656702F}"/>
              </a:ext>
            </a:extLst>
          </p:cNvPr>
          <p:cNvSpPr>
            <a:spLocks xmlns:a="http://schemas.openxmlformats.org/drawingml/2006/main" noGrp="1"/>
          </p:cNvSpPr>
          <p:nvPr/>
        </p:nvSpPr>
        <p:spPr>
          <a:xfrm xmlns:a="http://schemas.openxmlformats.org/drawingml/2006/main">
            <a:off x="3333750" y="6667500"/>
            <a:ext cx="11620500" cy="66675"/>
          </a:xfrm>
          <a:prstGeom xmlns:a="http://schemas.openxmlformats.org/drawingml/2006/main" prst="rect">
            <a:avLst/>
          </a:prstGeom>
          <a:solidFill xmlns:a="http://schemas.openxmlformats.org/drawingml/2006/main">
            <a:srgbClr val="4E8B83"/>
          </a:solidFill>
          <a:ln xmlns:a="http://schemas.openxmlformats.org/drawingml/2006/main" w="0">
            <a:solidFill>
              <a:srgbClr val="4E8B83"/>
            </a:solidFill>
            <a:prstDash val="solid"/>
          </a:ln>
        </p:spPr>
      </p:sp>
      <p:sp>
        <p:nvSpPr>
          <p:cNvPr id="8" name="W03-S19-cue">
            <a:extLst xmlns:a="http://schemas.openxmlformats.org/drawingml/2006/main">
              <a:ext uri="{FF2B5EF4-FFF2-40B4-BE49-F238E27FC236}">
                <a16:creationId xmlns:a16="http://schemas.microsoft.com/office/drawing/2014/main" id="{B90F26F2-04B4-44B7-A9C9-899AD1098342}"/>
              </a:ext>
            </a:extLst>
          </p:cNvPr>
          <p:cNvSpPr>
            <a:spLocks xmlns:a="http://schemas.openxmlformats.org/drawingml/2006/main" noGrp="1"/>
          </p:cNvSpPr>
          <p:nvPr/>
        </p:nvSpPr>
        <p:spPr>
          <a:xfrm xmlns:a="http://schemas.openxmlformats.org/drawingml/2006/main">
            <a:off x="4953000" y="7191375"/>
            <a:ext cx="838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2100" b="0">
                <a:solidFill>
                  <a:srgbClr val="B8C0CC"/>
                </a:solidFill>
                <a:latin typeface="Noto Sans KR"/>
                <a:ea typeface="Noto Sans KR"/>
                <a:cs typeface="Noto Sans KR"/>
              </a:defRPr>
            </a:pPr>
            <a:r>
              <a:rPr sz="2100" b="0">
                <a:solidFill>
                  <a:srgbClr val="B8C0CC"/>
                </a:solidFill>
                <a:latin typeface="Noto Sans KR"/>
                <a:ea typeface="Noto Sans KR"/>
                <a:cs typeface="Noto Sans KR"/>
              </a:rPr>
              <a:t>자신의 언어로 완성합니다.</a:t>
            </a:r>
          </a:p>
        </p:txBody>
      </p:sp>
    </p:spTree>
    <p:extLst>
      <p:ext uri="{BB962C8B-B14F-4D97-AF65-F5344CB8AC3E}">
        <p14:creationId xmlns:p14="http://schemas.microsoft.com/office/powerpoint/2010/main" val="17633215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2026-07-26T22:50:45.4990000Z</dcterms:created>
  <dcterms:modified xsi:type="dcterms:W3CDTF">2026-07-26T22:50:45.4990000Z</dcterms:modified>
</coreProperties>
</file>