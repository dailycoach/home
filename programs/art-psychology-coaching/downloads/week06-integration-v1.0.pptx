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e4ddaffd4b4259" /><Relationship Type="http://schemas.openxmlformats.org/officeDocument/2006/relationships/extended-properties" Target="/docProps/app.xml" Id="Rb4abbe4a63764583" /><Relationship Type="http://schemas.openxmlformats.org/officeDocument/2006/relationships/officeDocument" Target="/ppt/presentation.xml" Id="Re4355f49bc654d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1701d980724666"/>
  </p:sldMasterIdLst>
  <p:notesMasterIdLst>
    <p:notesMasterId xmlns:r="http://schemas.openxmlformats.org/officeDocument/2006/relationships" r:id="Ref51fa1157a649f0"/>
  </p:notesMasterIdLst>
  <p:sldIdLst>
    <p:sldId xmlns:r="http://schemas.openxmlformats.org/officeDocument/2006/relationships" id="256" r:id="R28a6037370e044c6"/>
    <p:sldId xmlns:r="http://schemas.openxmlformats.org/officeDocument/2006/relationships" id="257" r:id="R71ab9b9a67d44706"/>
    <p:sldId xmlns:r="http://schemas.openxmlformats.org/officeDocument/2006/relationships" id="258" r:id="R77eae3afde364a89"/>
    <p:sldId xmlns:r="http://schemas.openxmlformats.org/officeDocument/2006/relationships" id="259" r:id="R16fe286f22b34bd3"/>
    <p:sldId xmlns:r="http://schemas.openxmlformats.org/officeDocument/2006/relationships" id="260" r:id="Rd6a9e1095f0d449d"/>
    <p:sldId xmlns:r="http://schemas.openxmlformats.org/officeDocument/2006/relationships" id="261" r:id="Rfaf7a4a3a0d74ff3"/>
    <p:sldId xmlns:r="http://schemas.openxmlformats.org/officeDocument/2006/relationships" id="262" r:id="R015074ac0c264df2"/>
    <p:sldId xmlns:r="http://schemas.openxmlformats.org/officeDocument/2006/relationships" id="263" r:id="R5e20e46d267041eb"/>
    <p:sldId xmlns:r="http://schemas.openxmlformats.org/officeDocument/2006/relationships" id="264" r:id="Rdeef7c03f80c4685"/>
    <p:sldId xmlns:r="http://schemas.openxmlformats.org/officeDocument/2006/relationships" id="265" r:id="R0645a34a2263422f"/>
    <p:sldId xmlns:r="http://schemas.openxmlformats.org/officeDocument/2006/relationships" id="266" r:id="Ra138798de39449ac"/>
    <p:sldId xmlns:r="http://schemas.openxmlformats.org/officeDocument/2006/relationships" id="267" r:id="R336fa9789d36462e"/>
    <p:sldId xmlns:r="http://schemas.openxmlformats.org/officeDocument/2006/relationships" id="268" r:id="Ra7425a345c5c418a"/>
    <p:sldId xmlns:r="http://schemas.openxmlformats.org/officeDocument/2006/relationships" id="269" r:id="R25fb97e169a94ddb"/>
    <p:sldId xmlns:r="http://schemas.openxmlformats.org/officeDocument/2006/relationships" id="270" r:id="R74a8ec9e259f474c"/>
    <p:sldId xmlns:r="http://schemas.openxmlformats.org/officeDocument/2006/relationships" id="271" r:id="Reb3e45e3423047aa"/>
    <p:sldId xmlns:r="http://schemas.openxmlformats.org/officeDocument/2006/relationships" id="272" r:id="Raf10d0c5a2704f5d"/>
    <p:sldId xmlns:r="http://schemas.openxmlformats.org/officeDocument/2006/relationships" id="273" r:id="Rfeaa259d17ab4ada"/>
    <p:sldId xmlns:r="http://schemas.openxmlformats.org/officeDocument/2006/relationships" id="274" r:id="R41fc3e5b943a45e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891ef9c2504b2d" /><Relationship Type="http://schemas.openxmlformats.org/officeDocument/2006/relationships/slideMaster" Target="/ppt/slideMasters/slideMaster1.xml" Id="Rf21701d980724666" /><Relationship Type="http://schemas.openxmlformats.org/officeDocument/2006/relationships/notesMaster" Target="/ppt/notesMasters/notesMaster1.xml" Id="Ref51fa1157a649f0" /><Relationship Type="http://schemas.openxmlformats.org/officeDocument/2006/relationships/presProps" Target="/ppt/presProps.xml" Id="R314b2438158143d4" /><Relationship Type="http://schemas.openxmlformats.org/officeDocument/2006/relationships/tableStyles" Target="/ppt/tableStyles.xml" Id="R1d62602fdb974f2a" /><Relationship Type="http://schemas.openxmlformats.org/officeDocument/2006/relationships/slide" Target="/ppt/slides/slide1.xml" Id="R28a6037370e044c6" /><Relationship Type="http://schemas.openxmlformats.org/officeDocument/2006/relationships/slide" Target="/ppt/slides/slide2.xml" Id="R71ab9b9a67d44706" /><Relationship Type="http://schemas.openxmlformats.org/officeDocument/2006/relationships/slide" Target="/ppt/slides/slide3.xml" Id="R77eae3afde364a89" /><Relationship Type="http://schemas.openxmlformats.org/officeDocument/2006/relationships/slide" Target="/ppt/slides/slide4.xml" Id="R16fe286f22b34bd3" /><Relationship Type="http://schemas.openxmlformats.org/officeDocument/2006/relationships/slide" Target="/ppt/slides/slide5.xml" Id="Rd6a9e1095f0d449d" /><Relationship Type="http://schemas.openxmlformats.org/officeDocument/2006/relationships/slide" Target="/ppt/slides/slide6.xml" Id="Rfaf7a4a3a0d74ff3" /><Relationship Type="http://schemas.openxmlformats.org/officeDocument/2006/relationships/slide" Target="/ppt/slides/slide7.xml" Id="R015074ac0c264df2" /><Relationship Type="http://schemas.openxmlformats.org/officeDocument/2006/relationships/slide" Target="/ppt/slides/slide8.xml" Id="R5e20e46d267041eb" /><Relationship Type="http://schemas.openxmlformats.org/officeDocument/2006/relationships/slide" Target="/ppt/slides/slide9.xml" Id="Rdeef7c03f80c4685" /><Relationship Type="http://schemas.openxmlformats.org/officeDocument/2006/relationships/slide" Target="/ppt/slides/slide10.xml" Id="R0645a34a2263422f" /><Relationship Type="http://schemas.openxmlformats.org/officeDocument/2006/relationships/slide" Target="/ppt/slides/slide11.xml" Id="Ra138798de39449ac" /><Relationship Type="http://schemas.openxmlformats.org/officeDocument/2006/relationships/slide" Target="/ppt/slides/slide12.xml" Id="R336fa9789d36462e" /><Relationship Type="http://schemas.openxmlformats.org/officeDocument/2006/relationships/slide" Target="/ppt/slides/slide13.xml" Id="Ra7425a345c5c418a" /><Relationship Type="http://schemas.openxmlformats.org/officeDocument/2006/relationships/slide" Target="/ppt/slides/slide14.xml" Id="R25fb97e169a94ddb" /><Relationship Type="http://schemas.openxmlformats.org/officeDocument/2006/relationships/slide" Target="/ppt/slides/slide15.xml" Id="R74a8ec9e259f474c" /><Relationship Type="http://schemas.openxmlformats.org/officeDocument/2006/relationships/slide" Target="/ppt/slides/slide16.xml" Id="Reb3e45e3423047aa" /><Relationship Type="http://schemas.openxmlformats.org/officeDocument/2006/relationships/slide" Target="/ppt/slides/slide17.xml" Id="Raf10d0c5a2704f5d" /><Relationship Type="http://schemas.openxmlformats.org/officeDocument/2006/relationships/slide" Target="/ppt/slides/slide18.xml" Id="Rfeaa259d17ab4ada" /><Relationship Type="http://schemas.openxmlformats.org/officeDocument/2006/relationships/slide" Target="/ppt/slides/slide19.xml" Id="R41fc3e5b943a45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21cc32f8294b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d94e07cb094488" /><Relationship Type="http://schemas.openxmlformats.org/officeDocument/2006/relationships/notesMaster" Target="/ppt/notesMasters/notesMaster1.xml" Id="Rb23f66efa7c745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0257a1f5fa47af" /><Relationship Type="http://schemas.openxmlformats.org/officeDocument/2006/relationships/notesMaster" Target="/ppt/notesMasters/notesMaster1.xml" Id="Red3e39650a604f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d72e1693824f54" /><Relationship Type="http://schemas.openxmlformats.org/officeDocument/2006/relationships/notesMaster" Target="/ppt/notesMasters/notesMaster1.xml" Id="R03de9cff18ef4b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05dace1a174474" /><Relationship Type="http://schemas.openxmlformats.org/officeDocument/2006/relationships/notesMaster" Target="/ppt/notesMasters/notesMaster1.xml" Id="R598f463457f04c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578181ccb5494b" /><Relationship Type="http://schemas.openxmlformats.org/officeDocument/2006/relationships/notesMaster" Target="/ppt/notesMasters/notesMaster1.xml" Id="Rbdf18a09719b41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1ab5d8f1ae4448" /><Relationship Type="http://schemas.openxmlformats.org/officeDocument/2006/relationships/notesMaster" Target="/ppt/notesMasters/notesMaster1.xml" Id="R3af4e994c1eb42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1ad92aeef74e20" /><Relationship Type="http://schemas.openxmlformats.org/officeDocument/2006/relationships/notesMaster" Target="/ppt/notesMasters/notesMaster1.xml" Id="Ra18d5c5083854e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a845afeb504cfc" /><Relationship Type="http://schemas.openxmlformats.org/officeDocument/2006/relationships/notesMaster" Target="/ppt/notesMasters/notesMaster1.xml" Id="Rcea44b60d26146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0579db222844ae" /><Relationship Type="http://schemas.openxmlformats.org/officeDocument/2006/relationships/notesMaster" Target="/ppt/notesMasters/notesMaster1.xml" Id="Reb8716004b2442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539851ed8d465b" /><Relationship Type="http://schemas.openxmlformats.org/officeDocument/2006/relationships/notesMaster" Target="/ppt/notesMasters/notesMaster1.xml" Id="Rfd506a0868d145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ae4b4ef2de4e21" /><Relationship Type="http://schemas.openxmlformats.org/officeDocument/2006/relationships/notesMaster" Target="/ppt/notesMasters/notesMaster1.xml" Id="Ra3953d0a8fb248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5f240a1ede484a" /><Relationship Type="http://schemas.openxmlformats.org/officeDocument/2006/relationships/notesMaster" Target="/ppt/notesMasters/notesMaster1.xml" Id="Ra953bc35031943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7fcae9541494cdc" /><Relationship Type="http://schemas.openxmlformats.org/officeDocument/2006/relationships/notesMaster" Target="/ppt/notesMasters/notesMaster1.xml" Id="Re3d0cafc51d944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6613f830584453" /><Relationship Type="http://schemas.openxmlformats.org/officeDocument/2006/relationships/notesMaster" Target="/ppt/notesMasters/notesMaster1.xml" Id="Rb93821f0895f4a9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1a7f7ea42a44801" /><Relationship Type="http://schemas.openxmlformats.org/officeDocument/2006/relationships/notesMaster" Target="/ppt/notesMasters/notesMaster1.xml" Id="R8d6416ca131a414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641c7b7e57d4f41" /><Relationship Type="http://schemas.openxmlformats.org/officeDocument/2006/relationships/notesMaster" Target="/ppt/notesMasters/notesMaster1.xml" Id="Raef9b2088f6c45d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3038117cea84abd" /><Relationship Type="http://schemas.openxmlformats.org/officeDocument/2006/relationships/notesMaster" Target="/ppt/notesMasters/notesMaster1.xml" Id="R902561409ed04b9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01cc09d72fb4866" /><Relationship Type="http://schemas.openxmlformats.org/officeDocument/2006/relationships/notesMaster" Target="/ppt/notesMasters/notesMaster1.xml" Id="R604ea3abe8af49f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c9e7a17837e4767" /><Relationship Type="http://schemas.openxmlformats.org/officeDocument/2006/relationships/notesMaster" Target="/ppt/notesMasters/notesMaster1.xml" Id="R9822cf40a5e146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W06-S01</a:t>
            </a:r>
          </a:p>
          <a:p xmlns:a="http://schemas.openxmlformats.org/drawingml/2006/main">
            <a:r>
              <a:t>목적: 이번 회기의 위치와 주제를 한눈에 제시한다.</a:t>
            </a:r>
          </a:p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>진행자 실제 발화: “W06 / 나를 다시 세우는 자기강화와 통합.” 오늘은 ‘흔들릴 때 무엇으로 나를 다시 세울 것인가?’라는 질문을 따라가겠습니다. 정답을 만들기보다 지금 보이는 만큼만 함께 살펴보겠습니다.</a:t>
            </a:r>
          </a:p>
          <a:p xmlns:a="http://schemas.openxmlformats.org/drawingml/2006/main">
            <a:r>
              <a:t>다음 질문: 이 질문을 들었을 때 지금 가장 먼저 떠오르는 단어는 무엇인가요?</a:t>
            </a:r>
          </a:p>
          <a:p xmlns:a="http://schemas.openxmlformats.org/drawingml/2006/main">
            <a:r>
              <a:t>참여자가 막혔을 때의 대체 질문: 말 대신 색 하나, 선 하나, 또는 몸의 느낌 하나로 골라도 괜찮습니다.</a:t>
            </a:r>
          </a:p>
          <a:p xmlns:a="http://schemas.openxmlformats.org/drawingml/2006/main">
            <a:r>
              <a:t>정서 반응이 커졌을 때의 대응: 상처를 없애는 결말로 만들지 않는다. 변화가 작거나 모순되어도 통합 서사에 포함한다.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WB-W06</a:t>
            </a:r>
          </a:p>
          <a:p xmlns:a="http://schemas.openxmlformats.org/drawingml/2006/main">
            <a:r>
              <a:t>다음 슬라이드 전환 문장: 이제 설명보다 현재의 감각으로 들어가 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W06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W06-S02</a:t>
            </a:r>
          </a:p>
          <a:p xmlns:a="http://schemas.openxmlformats.org/drawingml/2006/main">
            <a:r>
              <a:t>목적: 설명보다 장면 중심의 언어로 회기를 연다.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>진행자 실제 발화: “흔들려도 돌아올 수 있는 장면을 만듭니다.” 이 문장을 천천히 읽겠습니다. 설명을 바로 붙이지 않고, 지금 떠오르는 느낌이 자리 잡도록 잠시 기다리겠습니다.</a:t>
            </a:r>
          </a:p>
          <a:p xmlns:a="http://schemas.openxmlformats.org/drawingml/2006/main">
            <a:r>
              <a:t>다음 질문: 이 장면과 지금의 나 사이에 어떤 느낌이 있나요?</a:t>
            </a:r>
          </a:p>
          <a:p xmlns:a="http://schemas.openxmlformats.org/drawingml/2006/main">
            <a:r>
              <a:t>참여자가 막혔을 때의 대체 질문: 말 대신 색 하나, 선 하나, 또는 몸의 느낌 하나로 골라도 괜찮습니다.</a:t>
            </a:r>
          </a:p>
          <a:p xmlns:a="http://schemas.openxmlformats.org/drawingml/2006/main">
            <a:r>
              <a:t>정서 반응이 커졌을 때의 대응: 상처를 없애는 결말로 만들지 않는다. 변화가 작거나 모순되어도 통합 서사에 포함한다.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WB-W06</a:t>
            </a:r>
          </a:p>
          <a:p xmlns:a="http://schemas.openxmlformats.org/drawingml/2006/main">
            <a:r>
              <a:t>다음 슬라이드 전환 문장: 먼저 지금 이 자리에 도착한 몸과 감정을 확인하겠습니다.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W06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W06-S03</a:t>
            </a:r>
          </a:p>
          <a:p xmlns:a="http://schemas.openxmlformats.org/drawingml/2006/main">
            <a:r>
              <a:t>목적: 감정과 몸 상태를 현재 시점에서 확인한다.</a:t>
            </a:r>
          </a:p>
          <a:p xmlns:a="http://schemas.openxmlformats.org/drawingml/2006/main">
            <a:r>
              <a:t>권장 시간: 4분</a:t>
            </a:r>
          </a:p>
          <a:p xmlns:a="http://schemas.openxmlformats.org/drawingml/2006/main">
            <a:r>
              <a:t>진행자 실제 발화: “지금의 감정과 몸의 상태를 한 단어로 적어주세요.” 길게 설명하지 않아도 됩니다. 감정이나 몸의 느낌 가운데 지금 가장 가까운 단어 하나만 적어보세요.</a:t>
            </a:r>
          </a:p>
          <a:p xmlns:a="http://schemas.openxmlformats.org/drawingml/2006/main">
            <a:r>
              <a:t>다음 질문: 그 단어는 몸의 어느 부분에서 가장 가까이 느껴지나요?</a:t>
            </a:r>
          </a:p>
          <a:p xmlns:a="http://schemas.openxmlformats.org/drawingml/2006/main">
            <a:r>
              <a:t>참여자가 막혔을 때의 대체 질문: 정확한 감정명이 어렵다면 ‘편안함/불편함/잘 모르겠음’ 중 하나를 골라도 됩니다.</a:t>
            </a:r>
          </a:p>
          <a:p xmlns:a="http://schemas.openxmlformats.org/drawingml/2006/main">
            <a:r>
              <a:t>정서 반응이 커졌을 때의 대응: 상처를 없애는 결말로 만들지 않는다. 변화가 작거나 모순되어도 통합 서사에 포함한다.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WB-W06</a:t>
            </a:r>
          </a:p>
          <a:p xmlns:a="http://schemas.openxmlformats.org/drawingml/2006/main">
            <a:r>
              <a:t>다음 슬라이드 전환 문장: 깊이 들어가기 전에 오늘의 선택권을 다시 확인하겠습니다.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W06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W06-S04</a:t>
            </a:r>
          </a:p>
          <a:p xmlns:a="http://schemas.openxmlformats.org/drawingml/2006/main">
            <a:r>
              <a:t>목적: 말하지 않을 권리, 쉬어갈 권리, 중단 선택을 안내한다.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>진행자 실제 발화: “말하지 않아도, 질문을 건너뛰어도, 잠시 쉬어가도 괜찮습니다.” 이것은 안내 문구가 아니라 실제 선택권입니다. 어떤 질문도 건너뛸 수 있고, 언제든 멈추거나 자리를 옮길 수 있습니다.</a:t>
            </a:r>
          </a:p>
          <a:p xmlns:a="http://schemas.openxmlformats.org/drawingml/2006/main">
            <a:r>
              <a:t>다음 질문: 오늘 자신에게 필요한 참여 방식은 무엇인가요?</a:t>
            </a:r>
          </a:p>
          <a:p xmlns:a="http://schemas.openxmlformats.org/drawingml/2006/main">
            <a:r>
              <a:t>참여자가 막혔을 때의 대체 질문: 지금은 ‘계속하기/건너뛰기/잠시 쉬기’ 중 무엇이 가장 필요한가요?</a:t>
            </a:r>
          </a:p>
          <a:p xmlns:a="http://schemas.openxmlformats.org/drawingml/2006/main">
            <a:r>
              <a:t>정서 반응이 커졌을 때의 대응: 상처를 없애는 결말로 만들지 않는다. 변화가 작거나 모순되어도 통합 서사에 포함한다.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WB-W06</a:t>
            </a:r>
          </a:p>
          <a:p xmlns:a="http://schemas.openxmlformats.org/drawingml/2006/main">
            <a:r>
              <a:t>다음 슬라이드 전환 문장: 선택권을 가진 채 지난 시간과 오늘을 연결해 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W06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W06-S05</a:t>
            </a:r>
          </a:p>
          <a:p xmlns:a="http://schemas.openxmlformats.org/drawingml/2006/main">
            <a:r>
              <a:t>목적: 이전 회기의 삶의 실험과 발견을 현재 장면으로 연결한다.</a:t>
            </a:r>
          </a:p>
          <a:p xmlns:a="http://schemas.openxmlformats.org/drawingml/2006/main">
            <a:r>
              <a:t>권장 시간: 7분</a:t>
            </a:r>
          </a:p>
          <a:p xmlns:a="http://schemas.openxmlformats.org/drawingml/2006/main">
            <a:r>
              <a:t>진행자 실제 발화: “7일 행동 실험에서 발견한 것은 무엇인가요?” 했는지 못했는지를 평가하지 않겠습니다. 그 사이에 알아차린 작은 변화나 반복 하나만 골라 이야기해 주세요.</a:t>
            </a:r>
          </a:p>
          <a:p xmlns:a="http://schemas.openxmlformats.org/drawingml/2006/main">
            <a:r>
              <a:t>다음 질문: 그 경험에서 새롭게 알아차린 것은 무엇인가요?</a:t>
            </a:r>
          </a:p>
          <a:p xmlns:a="http://schemas.openxmlformats.org/drawingml/2006/main">
            <a:r>
              <a:t>참여자가 막혔을 때의 대체 질문: 특별한 변화가 없었다면 ‘그대로였던 것’ 하나를 말해도 됩니다.</a:t>
            </a:r>
          </a:p>
          <a:p xmlns:a="http://schemas.openxmlformats.org/drawingml/2006/main">
            <a:r>
              <a:t>정서 반응이 커졌을 때의 대응: 상처를 없애는 결말로 만들지 않는다. 변화가 작거나 모순되어도 통합 서사에 포함한다.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WB-W06</a:t>
            </a:r>
          </a:p>
          <a:p xmlns:a="http://schemas.openxmlformats.org/drawingml/2006/main">
            <a:r>
              <a:t>다음 슬라이드 전환 문장: 이제 말로만 설명하지 않고 하나의 장면으로 들어가 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W06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W06-S06</a:t>
            </a:r>
          </a:p>
          <a:p xmlns:a="http://schemas.openxmlformats.org/drawingml/2006/main">
            <a:r>
              <a:t>목적: 짧은 내레이션으로 심리적 장면을 연다.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진행자 실제 발화: 지금부터 짧은 장면을 읽겠습니다. 눈을 감을 필요는 없습니다. “마지막 장면의 목적은 상처가 사라진 완벽한 사람이 되는 것이 아닙니다. 흔들려도 다시 돌아올 수 있는 기준과 관계를 만듭니다.” 떠오르는 만큼만 머물러 보겠습니다.</a:t>
            </a:r>
          </a:p>
          <a:p xmlns:a="http://schemas.openxmlformats.org/drawingml/2006/main">
            <a:r>
              <a:t>다음 질문: 이 장면에서 가장 먼저 눈에 들어오는 것은 무엇인가요?</a:t>
            </a:r>
          </a:p>
          <a:p xmlns:a="http://schemas.openxmlformats.org/drawingml/2006/main">
            <a:r>
              <a:t>참여자가 막혔을 때의 대체 질문: 장면이 떠오르지 않으면 날씨나 색 하나만 골라도 됩니다.</a:t>
            </a:r>
          </a:p>
          <a:p xmlns:a="http://schemas.openxmlformats.org/drawingml/2006/main">
            <a:r>
              <a:t>정서 반응이 커졌을 때의 대응: 상처를 없애는 결말로 만들지 않는다. 변화가 작거나 모순되어도 통합 서사에 포함한다.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WB-W06</a:t>
            </a:r>
          </a:p>
          <a:p xmlns:a="http://schemas.openxmlformats.org/drawingml/2006/main">
            <a:r>
              <a:t>다음 슬라이드 전환 문장: 장면이 열렸다면 오늘의 그림 활동을 공개하겠습니다.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W06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W06-S07</a:t>
            </a:r>
          </a:p>
          <a:p xmlns:a="http://schemas.openxmlformats.org/drawingml/2006/main">
            <a:r>
              <a:t>목적: 오늘의 그림 활동을 짧고 명확하게 공개한다.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>진행자 실제 발화: 오늘의 활동은 “여섯 작품을 연결하고 나를 다시 데려오는 장면 그리기”입니다. 완성 예시를 따라 그리지 않고, 자신의 방식으로 시작합니다.</a:t>
            </a:r>
          </a:p>
          <a:p xmlns:a="http://schemas.openxmlformats.org/drawingml/2006/main">
            <a:r>
              <a:t>다음 질문: 이 활동을 어떤 거리와 방식으로 시작하고 싶나요?</a:t>
            </a:r>
          </a:p>
          <a:p xmlns:a="http://schemas.openxmlformats.org/drawingml/2006/main">
            <a:r>
              <a:t>참여자가 막혔을 때의 대체 질문: 사람이나 사물을 그리지 않고 선, 색, 거리만으로 표현한다면 무엇부터 시작할까요?</a:t>
            </a:r>
          </a:p>
          <a:p xmlns:a="http://schemas.openxmlformats.org/drawingml/2006/main">
            <a:r>
              <a:t>정서 반응이 커졌을 때의 대응: 상처를 없애는 결말로 만들지 않는다. 변화가 작거나 모순되어도 통합 서사에 포함한다.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WB-W06</a:t>
            </a:r>
          </a:p>
          <a:p xmlns:a="http://schemas.openxmlformats.org/drawingml/2006/main">
            <a:r>
              <a:t>다음 슬라이드 전환 문장: 시작하기 전에 필요한 재료와 기록 자리를 확인하겠습니다.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W06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W06-S08</a:t>
            </a:r>
          </a:p>
          <a:p xmlns:a="http://schemas.openxmlformats.org/drawingml/2006/main">
            <a:r>
              <a:t>목적: 스케치북, 색연필, 워크북 위치를 확인한다.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>진행자 실제 발화: “스케치북 · 색연필 · 워크북을 준비합니다.” 스케치북은 그림을 위한 자리, 워크북은 말과 발견을 남기는 자리입니다. 준비되면 고개만 들어 주세요.</a:t>
            </a:r>
          </a:p>
          <a:p xmlns:a="http://schemas.openxmlformats.org/drawingml/2006/main">
            <a:r>
              <a:t>다음 질문: 그림과 기록 가운데 어느 것부터 시작하면 편안한가요?</a:t>
            </a:r>
          </a:p>
          <a:p xmlns:a="http://schemas.openxmlformats.org/drawingml/2006/main">
            <a:r>
              <a:t>참여자가 막혔을 때의 대체 질문: 지금 손에 먼저 잡고 싶은 재료 하나만 골라볼까요?</a:t>
            </a:r>
          </a:p>
          <a:p xmlns:a="http://schemas.openxmlformats.org/drawingml/2006/main">
            <a:r>
              <a:t>정서 반응이 커졌을 때의 대응: 상처를 없애는 결말로 만들지 않는다. 변화가 작거나 모순되어도 통합 서사에 포함한다.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WB-W06</a:t>
            </a:r>
          </a:p>
          <a:p xmlns:a="http://schemas.openxmlformats.org/drawingml/2006/main">
            <a:r>
              <a:t>다음 슬라이드 전환 문장: 재료가 준비되면 표현 방법의 선택지를 짧게 안내하겠습니다.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W06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W06-S09</a:t>
            </a:r>
          </a:p>
          <a:p xmlns:a="http://schemas.openxmlformats.org/drawingml/2006/main">
            <a:r>
              <a:t>목적: 그림의 구성 요소와 선택 가능한 표현 방식을 안내한다.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진행자 실제 발화: “여섯 작품을 펼쳐 반복과 변화를 본 뒤 마지막 장면을 그립니다.” 여기에 나온 요소를 모두 넣을 필요는 없습니다. 글자, 기호, 색면, 선, 비어 있는 자리만 사용해도 좋습니다.</a:t>
            </a:r>
          </a:p>
          <a:p xmlns:a="http://schemas.openxmlformats.org/drawingml/2006/main">
            <a:r>
              <a:t>다음 질문: 여러 요소 중 지금 넣고 싶은 것 하나는 무엇인가요?</a:t>
            </a:r>
          </a:p>
          <a:p xmlns:a="http://schemas.openxmlformats.org/drawingml/2006/main">
            <a:r>
              <a:t>참여자가 막혔을 때의 대체 질문: 사람이나 사물을 그리지 않고 선, 색, 거리만으로 표현한다면 무엇부터 시작할까요?</a:t>
            </a:r>
          </a:p>
          <a:p xmlns:a="http://schemas.openxmlformats.org/drawingml/2006/main">
            <a:r>
              <a:t>정서 반응이 커졌을 때의 대응: 상처를 없애는 결말로 만들지 않는다. 변화가 작거나 모순되어도 통합 서사에 포함한다.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WB-W06</a:t>
            </a:r>
          </a:p>
          <a:p xmlns:a="http://schemas.openxmlformats.org/drawingml/2006/main">
            <a:r>
              <a:t>다음 슬라이드 전환 문장: 이제 잘해야 한다는 부담을 내려놓는 한 문장을 기억하겠습니다.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W06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W06-S10</a:t>
            </a:r>
          </a:p>
          <a:p xmlns:a="http://schemas.openxmlformats.org/drawingml/2006/main">
            <a:r>
              <a:t>목적: 완성도 부담을 낮추고 자기 속도를 허용한다.</a:t>
            </a:r>
          </a:p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>진행자 실제 발화: “흔들림은 실패가 아닙니다.” 이 한 문장만 기억하고 각자의 속도로 시작하겠습니다. 잘 그렸는지는 오늘의 기준이 아닙니다.</a:t>
            </a:r>
          </a:p>
          <a:p xmlns:a="http://schemas.openxmlformats.org/drawingml/2006/main">
            <a:r>
              <a:t>다음 질문: 지금 가능한 만큼은 어느 정도인가요?</a:t>
            </a:r>
          </a:p>
          <a:p xmlns:a="http://schemas.openxmlformats.org/drawingml/2006/main">
            <a:r>
              <a:t>참여자가 막혔을 때의 대체 질문: 완성하지 않아도 괜찮다면 첫 표시를 어디에 남기고 싶나요?</a:t>
            </a:r>
          </a:p>
          <a:p xmlns:a="http://schemas.openxmlformats.org/drawingml/2006/main">
            <a:r>
              <a:t>정서 반응이 커졌을 때의 대응: 상처를 없애는 결말로 만들지 않는다. 변화가 작거나 모순되어도 통합 서사에 포함한다.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WB-W06</a:t>
            </a:r>
          </a:p>
          <a:p xmlns:a="http://schemas.openxmlformats.org/drawingml/2006/main">
            <a:r>
              <a:t>다음 슬라이드 전환 문장: 각자의 속도로 그림 활동을 시작하겠습니다.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W06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W06-S11</a:t>
            </a:r>
          </a:p>
          <a:p xmlns:a="http://schemas.openxmlformats.org/drawingml/2006/main">
            <a:r>
              <a:t>목적: 화면 자극을 낮추고 타이머만 제공한다.</a:t>
            </a:r>
          </a:p>
          <a:p xmlns:a="http://schemas.openxmlformats.org/drawingml/2006/main">
            <a:r>
              <a:t>권장 시간: 25분</a:t>
            </a:r>
          </a:p>
          <a:p xmlns:a="http://schemas.openxmlformats.org/drawingml/2006/main">
            <a:r>
              <a:t>진행자 실제 발화: “25 MIN / 그림을 시작합니다.” 지금부터 25분입니다. 처음 5분과 마지막 5분에만 시간을 안내하겠습니다. 질문이 있으면 손을 들어 주세요.</a:t>
            </a:r>
          </a:p>
          <a:p xmlns:a="http://schemas.openxmlformats.org/drawingml/2006/main">
            <a:r>
              <a:t>다음 질문: 지금 더 필요한 것은 시간, 거리, 재료, 휴식 중 무엇인가요?</a:t>
            </a:r>
          </a:p>
          <a:p xmlns:a="http://schemas.openxmlformats.org/drawingml/2006/main">
            <a:r>
              <a:t>참여자가 막혔을 때의 대체 질문: 지금은 그리지 않고 잠시 바라보거나 한 단어만 적어도 괜찮습니다.</a:t>
            </a:r>
          </a:p>
          <a:p xmlns:a="http://schemas.openxmlformats.org/drawingml/2006/main">
            <a:r>
              <a:t>정서 반응이 커졌을 때의 대응: 상처를 없애는 결말로 만들지 않는다. 변화가 작거나 모순되어도 통합 서사에 포함한다.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WB-W06</a:t>
            </a:r>
          </a:p>
          <a:p xmlns:a="http://schemas.openxmlformats.org/drawingml/2006/main">
            <a:r>
              <a:t>다음 슬라이드 전환 문장: 손을 멈춘 뒤, 수정하기 전에 먼저 작품을 바라보겠습니다.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W06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W06-S12</a:t>
            </a:r>
          </a:p>
          <a:p xmlns:a="http://schemas.openxmlformats.org/drawingml/2006/main">
            <a:r>
              <a:t>목적: 수정 전에 작품을 있는 그대로 바라보게 한다.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진행자 실제 발화: “그림을 바꾸기 전에 먼저 그대로 바라봅니다.” 바로 의미를 정하지 말고, 먼저 실제로 보이는 것과 지금 느껴지는 것을 구분해 천천히 살펴보겠습니다.</a:t>
            </a:r>
          </a:p>
          <a:p xmlns:a="http://schemas.openxmlformats.org/drawingml/2006/main">
            <a:r>
              <a:t>다음 질문: 설명하지 않고 보이는 사실만 말하면 무엇이 있나요?</a:t>
            </a:r>
          </a:p>
          <a:p xmlns:a="http://schemas.openxmlformats.org/drawingml/2006/main">
            <a:r>
              <a:t>참여자가 막혔을 때의 대체 질문: 무엇이 보이는지 말하기 어렵다면 가장 진한 곳, 빈 곳, 시선이 머무는 곳 중 하나를 골라보세요.</a:t>
            </a:r>
          </a:p>
          <a:p xmlns:a="http://schemas.openxmlformats.org/drawingml/2006/main">
            <a:r>
              <a:t>정서 반응이 커졌을 때의 대응: 상처를 없애는 결말로 만들지 않는다. 변화가 작거나 모순되어도 통합 서사에 포함한다.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WB-W06</a:t>
            </a:r>
          </a:p>
          <a:p xmlns:a="http://schemas.openxmlformats.org/drawingml/2006/main">
            <a:r>
              <a:t>다음 슬라이드 전환 문장: 이제 보이는 사실을 붙잡는 질문 하나로 시선을 좁혀보겠습니다.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W06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W06-S13</a:t>
            </a:r>
          </a:p>
          <a:p xmlns:a="http://schemas.openxmlformats.org/drawingml/2006/main">
            <a:r>
              <a:t>목적: 해석이 아닌 보이는 요소를 언어화한다.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진행자 실제 발화: “여섯 작품에서 반복된 것과 달라진 것은 무엇인가요?” 바로 의미를 정하지 말고, 먼저 실제로 보이는 것과 지금 느껴지는 것을 구분해 천천히 살펴보겠습니다.</a:t>
            </a:r>
          </a:p>
          <a:p xmlns:a="http://schemas.openxmlformats.org/drawingml/2006/main">
            <a:r>
              <a:t>다음 질문: 설명하지 않고 보이는 사실만 말하면 무엇이 있나요?</a:t>
            </a:r>
          </a:p>
          <a:p xmlns:a="http://schemas.openxmlformats.org/drawingml/2006/main">
            <a:r>
              <a:t>참여자가 막혔을 때의 대체 질문: 무엇이 보이는지 말하기 어렵다면 가장 진한 곳, 빈 곳, 시선이 머무는 곳 중 하나를 골라보세요.</a:t>
            </a:r>
          </a:p>
          <a:p xmlns:a="http://schemas.openxmlformats.org/drawingml/2006/main">
            <a:r>
              <a:t>정서 반응이 커졌을 때의 대응: 상처를 없애는 결말로 만들지 않는다. 변화가 작거나 모순되어도 통합 서사에 포함한다.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WB-W06</a:t>
            </a:r>
          </a:p>
          <a:p xmlns:a="http://schemas.openxmlformats.org/drawingml/2006/main">
            <a:r>
              <a:t>다음 슬라이드 전환 문장: 보이는 것을 확인했으니 그림 속 목소리를 한 문장으로 들어보겠습니다.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W06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W06-S14</a:t>
            </a:r>
          </a:p>
          <a:p xmlns:a="http://schemas.openxmlformats.org/drawingml/2006/main">
            <a:r>
              <a:t>목적: 그림 속 주인공의 1인칭 목소리를 끌어낸다.</a:t>
            </a:r>
          </a:p>
          <a:p xmlns:a="http://schemas.openxmlformats.org/drawingml/2006/main">
            <a:r>
              <a:t>권장 시간: 10분</a:t>
            </a:r>
          </a:p>
          <a:p xmlns:a="http://schemas.openxmlformats.org/drawingml/2006/main">
            <a:r>
              <a:t>진행자 실제 발화: “마지막 장면의 내가 첫 장면의 나에게 말한다면?” 완벽한 문장일 필요는 없습니다. 그림 속 존재가 지금 말하는 것처럼 1인칭 한 문장으로 들려주세요.</a:t>
            </a:r>
          </a:p>
          <a:p xmlns:a="http://schemas.openxmlformats.org/drawingml/2006/main">
            <a:r>
              <a:t>다음 질문: 그 문장을 ‘나는…’으로 시작하면 어떻게 들리나요?</a:t>
            </a:r>
          </a:p>
          <a:p xmlns:a="http://schemas.openxmlformats.org/drawingml/2006/main">
            <a:r>
              <a:t>참여자가 막혔을 때의 대체 질문: 문장 대신 한 단어, 소리, 또는 말하지 않기를 선택해도 됩니다.</a:t>
            </a:r>
          </a:p>
          <a:p xmlns:a="http://schemas.openxmlformats.org/drawingml/2006/main">
            <a:r>
              <a:t>정서 반응이 커졌을 때의 대응: 상처를 없애는 결말로 만들지 않는다. 변화가 작거나 모순되어도 통합 서사에 포함한다.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WB-W06</a:t>
            </a:r>
          </a:p>
          <a:p xmlns:a="http://schemas.openxmlformats.org/drawingml/2006/main">
            <a:r>
              <a:t>다음 슬라이드 전환 문장: 그 목소리가 지켜온 것과 지금 필요한 것을 함께 살펴보겠습니다.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W06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W06-S15</a:t>
            </a:r>
          </a:p>
          <a:p xmlns:a="http://schemas.openxmlformats.org/drawingml/2006/main">
            <a:r>
              <a:t>목적: 욕구·두려움·보호방식·대가를 구조화한다.</a:t>
            </a:r>
          </a:p>
          <a:p xmlns:a="http://schemas.openxmlformats.org/drawingml/2006/main">
            <a:r>
              <a:t>권장 시간: 10분</a:t>
            </a:r>
          </a:p>
          <a:p xmlns:a="http://schemas.openxmlformats.org/drawingml/2006/main">
            <a:r>
              <a:t>진행자 실제 발화: “상처, 보호방식, 욕망, 새로운 선택과 내적 지지는 어떻게 연결되나요?” 제가 의미를 정하지 않겠습니다. 당신이 고른 단어를 중심으로, 지켜준 점과 지금 필요한 점을 함께 보겠습니다.</a:t>
            </a:r>
          </a:p>
          <a:p xmlns:a="http://schemas.openxmlformats.org/drawingml/2006/main">
            <a:r>
              <a:t>다음 질문: 그 방식이 지켜준 것과 지금 치르는 대가는 각각 무엇인가요?</a:t>
            </a:r>
          </a:p>
          <a:p xmlns:a="http://schemas.openxmlformats.org/drawingml/2006/main">
            <a:r>
              <a:t>참여자가 막혔을 때의 대체 질문: 욕구가 어렵다면 ‘더 가까이/더 멀리/그대로’ 중 어디에 가까운가요?</a:t>
            </a:r>
          </a:p>
          <a:p xmlns:a="http://schemas.openxmlformats.org/drawingml/2006/main">
            <a:r>
              <a:t>정서 반응이 커졌을 때의 대응: 상처를 없애는 결말로 만들지 않는다. 변화가 작거나 모순되어도 통합 서사에 포함한다.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WB-W06</a:t>
            </a:r>
          </a:p>
          <a:p xmlns:a="http://schemas.openxmlformats.org/drawingml/2006/main">
            <a:r>
              <a:t>다음 슬라이드 전환 문장: 정답을 만들지 않고, 들은 핵심을 소그룹에서 반영해 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W06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W06-S16</a:t>
            </a:r>
          </a:p>
          <a:p xmlns:a="http://schemas.openxmlformats.org/drawingml/2006/main">
            <a:r>
              <a:t>목적: 조언·평가·대리 해석을 막고 반영 중심으로 나눈다.</a:t>
            </a:r>
          </a:p>
          <a:p xmlns:a="http://schemas.openxmlformats.org/drawingml/2006/main">
            <a:r>
              <a:t>권장 시간: 15분</a:t>
            </a:r>
          </a:p>
          <a:p xmlns:a="http://schemas.openxmlformats.org/drawingml/2006/main">
            <a:r>
              <a:t>진행자 실제 발화: “3인 나눔 / 최종 자기서사를 자신의 목소리로 읽습니다.” 듣는 사람은 조언하거나 해석하지 않습니다. ‘제가 들은 핵심은…’으로 한 번만 반영해 주세요.</a:t>
            </a:r>
          </a:p>
          <a:p xmlns:a="http://schemas.openxmlformats.org/drawingml/2006/main">
            <a:r>
              <a:t>다음 질문: 상대의 말에서 그대로 되돌려 주고 싶은 핵심 단어는 무엇인가요?</a:t>
            </a:r>
          </a:p>
          <a:p xmlns:a="http://schemas.openxmlformats.org/drawingml/2006/main">
            <a:r>
              <a:t>참여자가 막혔을 때의 대체 질문: 설명 대신 작품에서 소개하고 싶은 부분 하나만 가리켜도 됩니다.</a:t>
            </a:r>
          </a:p>
          <a:p xmlns:a="http://schemas.openxmlformats.org/drawingml/2006/main">
            <a:r>
              <a:t>정서 반응이 커졌을 때의 대응: 상처를 없애는 결말로 만들지 않는다. 변화가 작거나 모순되어도 통합 서사에 포함한다.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WB-W06</a:t>
            </a:r>
          </a:p>
          <a:p xmlns:a="http://schemas.openxmlformats.org/drawingml/2006/main">
            <a:r>
              <a:t>다음 슬라이드 전환 문장: 소그룹에서 나온 문장 가운데 전체와 나누고 싶은 것을 선택하겠습니다.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W06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W06-S17</a:t>
            </a:r>
          </a:p>
          <a:p xmlns:a="http://schemas.openxmlformats.org/drawingml/2006/main">
            <a:r>
              <a:t>목적: 회기의 핵심 문장을 전체 장면으로 통합한다.</a:t>
            </a:r>
          </a:p>
          <a:p xmlns:a="http://schemas.openxmlformats.org/drawingml/2006/main">
            <a:r>
              <a:t>권장 시간: 8분</a:t>
            </a:r>
          </a:p>
          <a:p xmlns:a="http://schemas.openxmlformats.org/drawingml/2006/main">
            <a:r>
              <a:t>진행자 실제 발화: “앞으로 가져갈 자기지지 문장 한 줄을 말합니다.” 모두가 말할 필요는 없습니다. 나누고 싶은 분의 문장 두세 개만 받고, 서로 다른 표현을 그대로 두겠습니다.</a:t>
            </a:r>
          </a:p>
          <a:p xmlns:a="http://schemas.openxmlformats.org/drawingml/2006/main">
            <a:r>
              <a:t>다음 질문: 오늘의 여러 문장 사이에서 공통으로 남는 것은 무엇인가요?</a:t>
            </a:r>
          </a:p>
          <a:p xmlns:a="http://schemas.openxmlformats.org/drawingml/2006/main">
            <a:r>
              <a:t>참여자가 막혔을 때의 대체 질문: 전체 이야기가 어렵다면 오늘 남기고 싶은 단어 하나만 골라도 됩니다.</a:t>
            </a:r>
          </a:p>
          <a:p xmlns:a="http://schemas.openxmlformats.org/drawingml/2006/main">
            <a:r>
              <a:t>정서 반응이 커졌을 때의 대응: 상처를 없애는 결말로 만들지 않는다. 변화가 작거나 모순되어도 통합 서사에 포함한다.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WB-W06</a:t>
            </a:r>
          </a:p>
          <a:p xmlns:a="http://schemas.openxmlformats.org/drawingml/2006/main">
            <a:r>
              <a:t>다음 슬라이드 전환 문장: 오늘의 발견을 생활에서 확인할 수 있는 작은 행동으로 옮기겠습니다.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W06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W06-S18</a:t>
            </a:r>
          </a:p>
          <a:p xmlns:a="http://schemas.openxmlformats.org/drawingml/2006/main">
            <a:r>
              <a:t>목적: 생활 속 관찰이나 작게 실행할 행동으로 번역한다.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진행자 실제 발화: “21일 동안 흔들림 신호, 자기지지 문장, 최소 재시작 행동을 점검합니다.” 크게 바꾸기보다 실제 생활에서 확인할 수 있는 가장 작은 행동과 다시 시작하는 방법을 정하겠습니다.</a:t>
            </a:r>
          </a:p>
          <a:p xmlns:a="http://schemas.openxmlformats.org/drawingml/2006/main">
            <a:r>
              <a:t>다음 질문: 이 행동을 가장 작게 시작한다면 언제 무엇을 하면 될까요?</a:t>
            </a:r>
          </a:p>
          <a:p xmlns:a="http://schemas.openxmlformats.org/drawingml/2006/main">
            <a:r>
              <a:t>참여자가 막혔을 때의 대체 질문: 행동 대신 ‘멈출 것 하나’ 또는 ‘도움을 요청할 사람 하나’를 정해도 됩니다.</a:t>
            </a:r>
          </a:p>
          <a:p xmlns:a="http://schemas.openxmlformats.org/drawingml/2006/main">
            <a:r>
              <a:t>정서 반응이 커졌을 때의 대응: 상처를 없애는 결말로 만들지 않는다. 변화가 작거나 모순되어도 통합 서사에 포함한다.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WB-W06</a:t>
            </a:r>
          </a:p>
          <a:p xmlns:a="http://schemas.openxmlformats.org/drawingml/2006/main">
            <a:r>
              <a:t>다음 슬라이드 전환 문장: 마지막으로 자신의 언어로 회기를 닫는 문장을 완성하겠습니다.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W06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W06-S19</a:t>
            </a:r>
          </a:p>
          <a:p xmlns:a="http://schemas.openxmlformats.org/drawingml/2006/main">
            <a:r>
              <a:t>목적: 발화자가 완성한 문장으로 회기를 닫는다.</a:t>
            </a:r>
          </a:p>
          <a:p xmlns:a="http://schemas.openxmlformats.org/drawingml/2006/main">
            <a:r>
              <a:t>권장 시간: 6분</a:t>
            </a:r>
          </a:p>
          <a:p xmlns:a="http://schemas.openxmlformats.org/drawingml/2006/main">
            <a:r>
              <a:t>진행자 실제 발화: “흔들릴 때 나는 ______으로 돌아온다.” 빈칸은 자신의 단어로 완성합니다. 원한다면 직접 읽고, 읽지 않고 기록만 남겨도 괜찮습니다.</a:t>
            </a:r>
          </a:p>
          <a:p xmlns:a="http://schemas.openxmlformats.org/drawingml/2006/main">
            <a:r>
              <a:t>다음 질문: 이 문장을 오늘의 나에게 어떤 목소리로 들려주고 싶나요?</a:t>
            </a:r>
          </a:p>
          <a:p xmlns:a="http://schemas.openxmlformats.org/drawingml/2006/main">
            <a:r>
              <a:t>참여자가 막혔을 때의 대체 질문: 빈칸을 채우지 않고 지금 남은 느낌만 표시해도 괜찮습니다.</a:t>
            </a:r>
          </a:p>
          <a:p xmlns:a="http://schemas.openxmlformats.org/drawingml/2006/main">
            <a:r>
              <a:t>정서 반응이 커졌을 때의 대응: 상처를 없애는 결말로 만들지 않는다. 변화가 작거나 모순되어도 통합 서사에 포함한다.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WB-W06</a:t>
            </a:r>
          </a:p>
          <a:p xmlns:a="http://schemas.openxmlformats.org/drawingml/2006/main">
            <a:r>
              <a:t>다음 슬라이드 전환 문장: 오늘의 문장을 자신의 기록으로 남기고, 서두르지 않고 회기를 마치겠습니다.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W06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fe3f53be704a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1e094b0b684260" /><Relationship Type="http://schemas.openxmlformats.org/officeDocument/2006/relationships/slideLayout" Target="/ppt/slideLayouts/slideLayout1.xml" Id="R2d18468e26cb4d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18468e26cb4d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eb8fc5ac84157" /><Relationship Type="http://schemas.openxmlformats.org/officeDocument/2006/relationships/notesSlide" Target="/ppt/notesSlides/notesSlide1.xml" Id="Rfec60c332a2b48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d77bedcf94989" /><Relationship Type="http://schemas.openxmlformats.org/officeDocument/2006/relationships/notesSlide" Target="/ppt/notesSlides/notesSlide2.xml" Id="Rf52597c42f0546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f1fa7ece648ce" /><Relationship Type="http://schemas.openxmlformats.org/officeDocument/2006/relationships/notesSlide" Target="/ppt/notesSlides/notesSlide3.xml" Id="Rd265b06f9acd46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c7d4eaf994222" /><Relationship Type="http://schemas.openxmlformats.org/officeDocument/2006/relationships/notesSlide" Target="/ppt/notesSlides/notesSlide4.xml" Id="R9431769c1f0548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807786a8143ea" /><Relationship Type="http://schemas.openxmlformats.org/officeDocument/2006/relationships/notesSlide" Target="/ppt/notesSlides/notesSlide5.xml" Id="Raf3e6d1f1d744d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4066d385c46fa" /><Relationship Type="http://schemas.openxmlformats.org/officeDocument/2006/relationships/notesSlide" Target="/ppt/notesSlides/notesSlide6.xml" Id="Re1cf769565b446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82d8535b94a84" /><Relationship Type="http://schemas.openxmlformats.org/officeDocument/2006/relationships/notesSlide" Target="/ppt/notesSlides/notesSlide7.xml" Id="Rd461cafec3db47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96acd571840b3" /><Relationship Type="http://schemas.openxmlformats.org/officeDocument/2006/relationships/notesSlide" Target="/ppt/notesSlides/notesSlide8.xml" Id="R147e028428044d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785cd876d48fd" /><Relationship Type="http://schemas.openxmlformats.org/officeDocument/2006/relationships/notesSlide" Target="/ppt/notesSlides/notesSlide9.xml" Id="Rdc596df2d3114a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7316a46a04edb" /><Relationship Type="http://schemas.openxmlformats.org/officeDocument/2006/relationships/notesSlide" Target="/ppt/notesSlides/notesSlide10.xml" Id="R945f9568e12f4c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44def522b4f3b" /><Relationship Type="http://schemas.openxmlformats.org/officeDocument/2006/relationships/notesSlide" Target="/ppt/notesSlides/notesSlide11.xml" Id="Rcd589019fea344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c709affd944eb" /><Relationship Type="http://schemas.openxmlformats.org/officeDocument/2006/relationships/notesSlide" Target="/ppt/notesSlides/notesSlide12.xml" Id="R9f89dff595dc48a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2db1d6ad44821" /><Relationship Type="http://schemas.openxmlformats.org/officeDocument/2006/relationships/notesSlide" Target="/ppt/notesSlides/notesSlide13.xml" Id="R7ec102837283465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c59a0e8304885" /><Relationship Type="http://schemas.openxmlformats.org/officeDocument/2006/relationships/notesSlide" Target="/ppt/notesSlides/notesSlide14.xml" Id="Rf55abd6a3d5942d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d00bc4eb843d7" /><Relationship Type="http://schemas.openxmlformats.org/officeDocument/2006/relationships/notesSlide" Target="/ppt/notesSlides/notesSlide15.xml" Id="R31e5f15aff4f44b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cc1f3849f4ca5" /><Relationship Type="http://schemas.openxmlformats.org/officeDocument/2006/relationships/notesSlide" Target="/ppt/notesSlides/notesSlide16.xml" Id="R7952bb0b368d4d2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fbcd68b354847" /><Relationship Type="http://schemas.openxmlformats.org/officeDocument/2006/relationships/notesSlide" Target="/ppt/notesSlides/notesSlide17.xml" Id="R02aeb05920d24e0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87c7d143c48b7" /><Relationship Type="http://schemas.openxmlformats.org/officeDocument/2006/relationships/notesSlide" Target="/ppt/notesSlides/notesSlide18.xml" Id="R7a2bddecf1f74fc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f8ee362f449d9" /><Relationship Type="http://schemas.openxmlformats.org/officeDocument/2006/relationships/notesSlide" Target="/ppt/notesSlides/notesSlide19.xml" Id="R6d8a541758ba43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6-S01-week">
            <a:extLst xmlns:a="http://schemas.openxmlformats.org/drawingml/2006/main">
              <a:ext uri="{FF2B5EF4-FFF2-40B4-BE49-F238E27FC236}">
                <a16:creationId xmlns:a16="http://schemas.microsoft.com/office/drawing/2014/main" id="{DA6215FA-00C6-49C4-BD77-E7D0CB71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W06  /  01</a:t>
            </a:r>
          </a:p>
        </p:txBody>
      </p:sp>
      <p:sp>
        <p:nvSpPr>
          <p:cNvPr id="2" name="W06-S01-label">
            <a:extLst xmlns:a="http://schemas.openxmlformats.org/drawingml/2006/main">
              <a:ext uri="{FF2B5EF4-FFF2-40B4-BE49-F238E27FC236}">
                <a16:creationId xmlns:a16="http://schemas.microsoft.com/office/drawing/2014/main" id="{2A5EF6F8-3B8A-4584-B019-8D4CA996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주차 타이틀</a:t>
            </a:r>
          </a:p>
        </p:txBody>
      </p:sp>
      <p:sp>
        <p:nvSpPr>
          <p:cNvPr id="3" name="W06-S01-brand">
            <a:extLst xmlns:a="http://schemas.openxmlformats.org/drawingml/2006/main">
              <a:ext uri="{FF2B5EF4-FFF2-40B4-BE49-F238E27FC236}">
                <a16:creationId xmlns:a16="http://schemas.microsoft.com/office/drawing/2014/main" id="{AF2C570B-21AF-4FDA-81C2-D40EBAC3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6-S01-id">
            <a:extLst xmlns:a="http://schemas.openxmlformats.org/drawingml/2006/main">
              <a:ext uri="{FF2B5EF4-FFF2-40B4-BE49-F238E27FC236}">
                <a16:creationId xmlns:a16="http://schemas.microsoft.com/office/drawing/2014/main" id="{C35D5FB1-5D00-41EE-964B-3E54D3FD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W06-S01</a:t>
            </a:r>
          </a:p>
        </p:txBody>
      </p:sp>
      <p:sp>
        <p:nvSpPr>
          <p:cNvPr id="5" name="W06-S01-giant-week">
            <a:extLst xmlns:a="http://schemas.openxmlformats.org/drawingml/2006/main">
              <a:ext uri="{FF2B5EF4-FFF2-40B4-BE49-F238E27FC236}">
                <a16:creationId xmlns:a16="http://schemas.microsoft.com/office/drawing/2014/main" id="{4AC5C861-E7DA-4E6B-B6BD-44CBD3E7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85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0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65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W06</a:t>
            </a:r>
          </a:p>
        </p:txBody>
      </p:sp>
      <p:sp>
        <p:nvSpPr>
          <p:cNvPr id="6" name="W06-S01-title-rule">
            <a:extLst xmlns:a="http://schemas.openxmlformats.org/drawingml/2006/main">
              <a:ext uri="{FF2B5EF4-FFF2-40B4-BE49-F238E27FC236}">
                <a16:creationId xmlns:a16="http://schemas.microsoft.com/office/drawing/2014/main" id="{A831038E-49D9-4A7A-8313-32B41A63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638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7" name="W06-S01-body">
            <a:extLst xmlns:a="http://schemas.openxmlformats.org/drawingml/2006/main">
              <a:ext uri="{FF2B5EF4-FFF2-40B4-BE49-F238E27FC236}">
                <a16:creationId xmlns:a16="http://schemas.microsoft.com/office/drawing/2014/main" id="{DF173397-BBF2-4EDC-829E-6D72C765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14382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7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7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W06 / 나를 다시 세우는 자기강화와 통합</a:t>
            </a:r>
          </a:p>
        </p:txBody>
      </p:sp>
      <p:sp>
        <p:nvSpPr>
          <p:cNvPr id="8" name="W06-S01-prompt">
            <a:extLst xmlns:a="http://schemas.openxmlformats.org/drawingml/2006/main">
              <a:ext uri="{FF2B5EF4-FFF2-40B4-BE49-F238E27FC236}">
                <a16:creationId xmlns:a16="http://schemas.microsoft.com/office/drawing/2014/main" id="{D246A1BD-0758-4665-B1E9-A0C0A411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962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95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ARRIVE  ·  DRAW  ·  READ  ·  CONNECT</a:t>
            </a:r>
          </a:p>
        </p:txBody>
      </p:sp>
      <p:sp>
        <p:nvSpPr>
          <p:cNvPr id="9" name="W06-S01-circle">
            <a:extLst xmlns:a="http://schemas.openxmlformats.org/drawingml/2006/main">
              <a:ext uri="{FF2B5EF4-FFF2-40B4-BE49-F238E27FC236}">
                <a16:creationId xmlns:a16="http://schemas.microsoft.com/office/drawing/2014/main" id="{01037FDD-A27B-4550-868E-E86DA54D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7239000"/>
            <a:ext cx="1428750" cy="1428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1828"/>
            </a:solidFill>
            <a:prstDash val="solid"/>
          </a:ln>
        </p:spPr>
      </p:sp>
      <p:sp>
        <p:nvSpPr>
          <p:cNvPr id="10" name="W06-S01-circle-line">
            <a:extLst xmlns:a="http://schemas.openxmlformats.org/drawingml/2006/main">
              <a:ext uri="{FF2B5EF4-FFF2-40B4-BE49-F238E27FC236}">
                <a16:creationId xmlns:a16="http://schemas.microsoft.com/office/drawing/2014/main" id="{54E567D7-B196-4316-8635-43BCADB2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7096125"/>
            <a:ext cx="285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937372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6-S02-week">
            <a:extLst xmlns:a="http://schemas.openxmlformats.org/drawingml/2006/main">
              <a:ext uri="{FF2B5EF4-FFF2-40B4-BE49-F238E27FC236}">
                <a16:creationId xmlns:a16="http://schemas.microsoft.com/office/drawing/2014/main" id="{DCDDA3F9-B7B9-4808-B010-AE3D879A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W06  /  02</a:t>
            </a:r>
          </a:p>
        </p:txBody>
      </p:sp>
      <p:sp>
        <p:nvSpPr>
          <p:cNvPr id="2" name="W06-S02-label">
            <a:extLst xmlns:a="http://schemas.openxmlformats.org/drawingml/2006/main">
              <a:ext uri="{FF2B5EF4-FFF2-40B4-BE49-F238E27FC236}">
                <a16:creationId xmlns:a16="http://schemas.microsoft.com/office/drawing/2014/main" id="{84E790A6-9BB8-4638-9862-24ACFDEA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오늘의 장면</a:t>
            </a:r>
          </a:p>
        </p:txBody>
      </p:sp>
      <p:sp>
        <p:nvSpPr>
          <p:cNvPr id="3" name="W06-S02-brand">
            <a:extLst xmlns:a="http://schemas.openxmlformats.org/drawingml/2006/main">
              <a:ext uri="{FF2B5EF4-FFF2-40B4-BE49-F238E27FC236}">
                <a16:creationId xmlns:a16="http://schemas.microsoft.com/office/drawing/2014/main" id="{A9B0CCFB-7AE0-4D9C-9DB4-F93736CE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6-S02-id">
            <a:extLst xmlns:a="http://schemas.openxmlformats.org/drawingml/2006/main">
              <a:ext uri="{FF2B5EF4-FFF2-40B4-BE49-F238E27FC236}">
                <a16:creationId xmlns:a16="http://schemas.microsoft.com/office/drawing/2014/main" id="{1F912958-F409-457C-97F7-82B2DD4A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W06-S02</a:t>
            </a:r>
          </a:p>
        </p:txBody>
      </p:sp>
      <p:sp>
        <p:nvSpPr>
          <p:cNvPr id="5" name="W06-S02-backword">
            <a:extLst xmlns:a="http://schemas.openxmlformats.org/drawingml/2006/main">
              <a:ext uri="{FF2B5EF4-FFF2-40B4-BE49-F238E27FC236}">
                <a16:creationId xmlns:a16="http://schemas.microsoft.com/office/drawing/2014/main" id="{CFF2F11F-B8BC-46CD-A9B1-140D1ABD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76375"/>
            <a:ext cx="923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55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0" b="1">
                <a:solidFill>
                  <a:srgbClr val="101828">
                    <a:alpha val="25000"/>
                  </a:srgbClr>
                </a:solidFill>
                <a:latin typeface="Noto Sans KR"/>
                <a:ea typeface="Noto Sans KR"/>
                <a:cs typeface="Noto Sans KR"/>
              </a:defRPr>
            </a:pPr>
            <a:r>
              <a:rPr sz="12750" b="1">
                <a:solidFill>
                  <a:srgbClr val="101828">
                    <a:alpha val="25000"/>
                  </a:srgbClr>
                </a:solidFill>
                <a:latin typeface="Noto Sans KR"/>
                <a:ea typeface="Noto Sans KR"/>
                <a:cs typeface="Noto Sans KR"/>
              </a:rPr>
              <a:t>SCENE</a:t>
            </a:r>
          </a:p>
        </p:txBody>
      </p:sp>
      <p:sp>
        <p:nvSpPr>
          <p:cNvPr id="6" name="W06-S02-accent">
            <a:extLst xmlns:a="http://schemas.openxmlformats.org/drawingml/2006/main">
              <a:ext uri="{FF2B5EF4-FFF2-40B4-BE49-F238E27FC236}">
                <a16:creationId xmlns:a16="http://schemas.microsoft.com/office/drawing/2014/main" id="{85A59009-9D53-44BC-B3ED-FE5CBB46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20955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7" name="W06-S02-body">
            <a:extLst xmlns:a="http://schemas.openxmlformats.org/drawingml/2006/main">
              <a:ext uri="{FF2B5EF4-FFF2-40B4-BE49-F238E27FC236}">
                <a16:creationId xmlns:a16="http://schemas.microsoft.com/office/drawing/2014/main" id="{94FAA98A-4F82-412C-9EEF-EBC366DB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71750"/>
            <a:ext cx="13525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67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흔들려도 돌아올 수 있는 장면을 만듭니다.</a:t>
            </a:r>
          </a:p>
        </p:txBody>
      </p:sp>
      <p:sp>
        <p:nvSpPr>
          <p:cNvPr id="8" name="W06-S02-pause">
            <a:extLst xmlns:a="http://schemas.openxmlformats.org/drawingml/2006/main">
              <a:ext uri="{FF2B5EF4-FFF2-40B4-BE49-F238E27FC236}">
                <a16:creationId xmlns:a16="http://schemas.microsoft.com/office/drawing/2014/main" id="{00B11FF7-6101-4BB2-AC80-1713D5E5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23900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잠시 머물러 봅니다.</a:t>
            </a:r>
          </a:p>
        </p:txBody>
      </p:sp>
    </p:spTree>
    <p:extLst>
      <p:ext uri="{BB962C8B-B14F-4D97-AF65-F5344CB8AC3E}">
        <p14:creationId xmlns:p14="http://schemas.microsoft.com/office/powerpoint/2010/main" val="4943304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6-S03-week">
            <a:extLst xmlns:a="http://schemas.openxmlformats.org/drawingml/2006/main">
              <a:ext uri="{FF2B5EF4-FFF2-40B4-BE49-F238E27FC236}">
                <a16:creationId xmlns:a16="http://schemas.microsoft.com/office/drawing/2014/main" id="{E12F0570-CB63-495D-87BD-7DB8F66D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W06  /  03</a:t>
            </a:r>
          </a:p>
        </p:txBody>
      </p:sp>
      <p:sp>
        <p:nvSpPr>
          <p:cNvPr id="2" name="W06-S03-label">
            <a:extLst xmlns:a="http://schemas.openxmlformats.org/drawingml/2006/main">
              <a:ext uri="{FF2B5EF4-FFF2-40B4-BE49-F238E27FC236}">
                <a16:creationId xmlns:a16="http://schemas.microsoft.com/office/drawing/2014/main" id="{86E26762-D1F5-45A3-8DC9-8277CB1D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현재 상태 한 단어</a:t>
            </a:r>
          </a:p>
        </p:txBody>
      </p:sp>
      <p:sp>
        <p:nvSpPr>
          <p:cNvPr id="3" name="W06-S03-brand">
            <a:extLst xmlns:a="http://schemas.openxmlformats.org/drawingml/2006/main">
              <a:ext uri="{FF2B5EF4-FFF2-40B4-BE49-F238E27FC236}">
                <a16:creationId xmlns:a16="http://schemas.microsoft.com/office/drawing/2014/main" id="{EF5BDE6F-7CF2-470A-8027-050B0D0A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6-S03-id">
            <a:extLst xmlns:a="http://schemas.openxmlformats.org/drawingml/2006/main">
              <a:ext uri="{FF2B5EF4-FFF2-40B4-BE49-F238E27FC236}">
                <a16:creationId xmlns:a16="http://schemas.microsoft.com/office/drawing/2014/main" id="{5C48CFC0-30A6-4B3D-8822-6BED6848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W06-S03</a:t>
            </a:r>
          </a:p>
        </p:txBody>
      </p:sp>
      <p:sp>
        <p:nvSpPr>
          <p:cNvPr id="5" name="W06-S03-q">
            <a:extLst xmlns:a="http://schemas.openxmlformats.org/drawingml/2006/main">
              <a:ext uri="{FF2B5EF4-FFF2-40B4-BE49-F238E27FC236}">
                <a16:creationId xmlns:a16="http://schemas.microsoft.com/office/drawing/2014/main" id="{3B34064D-62B6-48DF-92F4-3C6BFCB4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3333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Q.</a:t>
            </a:r>
          </a:p>
        </p:txBody>
      </p:sp>
      <p:sp>
        <p:nvSpPr>
          <p:cNvPr id="6" name="W06-S03-body">
            <a:extLst xmlns:a="http://schemas.openxmlformats.org/drawingml/2006/main">
              <a:ext uri="{FF2B5EF4-FFF2-40B4-BE49-F238E27FC236}">
                <a16:creationId xmlns:a16="http://schemas.microsoft.com/office/drawing/2014/main" id="{B454D0A5-22D8-4FD7-A9B3-465C5C75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132397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지금의 감정과 몸의 상태를 한 단어로 적어주세요.</a:t>
            </a:r>
          </a:p>
        </p:txBody>
      </p:sp>
      <p:sp>
        <p:nvSpPr>
          <p:cNvPr id="7" name="W06-S03-under">
            <a:extLst xmlns:a="http://schemas.openxmlformats.org/drawingml/2006/main">
              <a:ext uri="{FF2B5EF4-FFF2-40B4-BE49-F238E27FC236}">
                <a16:creationId xmlns:a16="http://schemas.microsoft.com/office/drawing/2014/main" id="{7205D467-1864-4114-AD4F-4CF41834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524750"/>
            <a:ext cx="723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8" name="W06-S03-cue">
            <a:extLst xmlns:a="http://schemas.openxmlformats.org/drawingml/2006/main">
              <a:ext uri="{FF2B5EF4-FFF2-40B4-BE49-F238E27FC236}">
                <a16:creationId xmlns:a16="http://schemas.microsoft.com/office/drawing/2014/main" id="{15C4219F-2496-41D5-AAD8-A5B0B624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905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보이는 것부터, 자신의 언어로.</a:t>
            </a:r>
          </a:p>
        </p:txBody>
      </p:sp>
    </p:spTree>
    <p:extLst>
      <p:ext uri="{BB962C8B-B14F-4D97-AF65-F5344CB8AC3E}">
        <p14:creationId xmlns:p14="http://schemas.microsoft.com/office/powerpoint/2010/main" val="19453120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6-S04-week">
            <a:extLst xmlns:a="http://schemas.openxmlformats.org/drawingml/2006/main">
              <a:ext uri="{FF2B5EF4-FFF2-40B4-BE49-F238E27FC236}">
                <a16:creationId xmlns:a16="http://schemas.microsoft.com/office/drawing/2014/main" id="{294023D9-AC0D-4484-9E19-4524BED2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W06  /  04</a:t>
            </a:r>
          </a:p>
        </p:txBody>
      </p:sp>
      <p:sp>
        <p:nvSpPr>
          <p:cNvPr id="2" name="W06-S04-label">
            <a:extLst xmlns:a="http://schemas.openxmlformats.org/drawingml/2006/main">
              <a:ext uri="{FF2B5EF4-FFF2-40B4-BE49-F238E27FC236}">
                <a16:creationId xmlns:a16="http://schemas.microsoft.com/office/drawing/2014/main" id="{6FF0485B-0A06-4A83-B9AC-F19B426A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참여 선택권</a:t>
            </a:r>
          </a:p>
        </p:txBody>
      </p:sp>
      <p:sp>
        <p:nvSpPr>
          <p:cNvPr id="3" name="W06-S04-brand">
            <a:extLst xmlns:a="http://schemas.openxmlformats.org/drawingml/2006/main">
              <a:ext uri="{FF2B5EF4-FFF2-40B4-BE49-F238E27FC236}">
                <a16:creationId xmlns:a16="http://schemas.microsoft.com/office/drawing/2014/main" id="{30D1CB20-A437-40A0-9612-F7DA1FA3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6-S04-id">
            <a:extLst xmlns:a="http://schemas.openxmlformats.org/drawingml/2006/main">
              <a:ext uri="{FF2B5EF4-FFF2-40B4-BE49-F238E27FC236}">
                <a16:creationId xmlns:a16="http://schemas.microsoft.com/office/drawing/2014/main" id="{022825E0-6854-4FC0-85EA-E92A6BDA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W06-S04</a:t>
            </a:r>
          </a:p>
        </p:txBody>
      </p:sp>
      <p:sp>
        <p:nvSpPr>
          <p:cNvPr id="5" name="W06-S04-choice">
            <a:extLst xmlns:a="http://schemas.openxmlformats.org/drawingml/2006/main">
              <a:ext uri="{FF2B5EF4-FFF2-40B4-BE49-F238E27FC236}">
                <a16:creationId xmlns:a16="http://schemas.microsoft.com/office/drawing/2014/main" id="{71F60126-FE6D-4A15-8389-D55A8EDA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9525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0" b="1">
                <a:solidFill>
                  <a:srgbClr val="101828">
                    <a:alpha val="35000"/>
                  </a:srgbClr>
                </a:solidFill>
                <a:latin typeface="Noto Sans KR"/>
                <a:ea typeface="Noto Sans KR"/>
                <a:cs typeface="Noto Sans KR"/>
              </a:defRPr>
            </a:pPr>
            <a:r>
              <a:rPr sz="12000" b="1">
                <a:solidFill>
                  <a:srgbClr val="101828">
                    <a:alpha val="35000"/>
                  </a:srgbClr>
                </a:solidFill>
                <a:latin typeface="Noto Sans KR"/>
                <a:ea typeface="Noto Sans KR"/>
                <a:cs typeface="Noto Sans KR"/>
              </a:rPr>
              <a:t>CHOICE</a:t>
            </a:r>
          </a:p>
        </p:txBody>
      </p:sp>
      <p:sp>
        <p:nvSpPr>
          <p:cNvPr id="6" name="W06-S04-body">
            <a:extLst xmlns:a="http://schemas.openxmlformats.org/drawingml/2006/main">
              <a:ext uri="{FF2B5EF4-FFF2-40B4-BE49-F238E27FC236}">
                <a16:creationId xmlns:a16="http://schemas.microsoft.com/office/drawing/2014/main" id="{343692DC-04FE-4747-8547-AEEEEDB6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15621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5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말하지 않아도, 질문을 건너뛰어도, 잠시 쉬어가도 괜찮습니다.</a:t>
            </a:r>
          </a:p>
        </p:txBody>
      </p:sp>
      <p:sp>
        <p:nvSpPr>
          <p:cNvPr id="7" name="W06-S04-opt-rule-0">
            <a:extLst xmlns:a="http://schemas.openxmlformats.org/drawingml/2006/main">
              <a:ext uri="{FF2B5EF4-FFF2-40B4-BE49-F238E27FC236}">
                <a16:creationId xmlns:a16="http://schemas.microsoft.com/office/drawing/2014/main" id="{2B3E924E-0592-4341-84AF-8FF5F603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8" name="W06-S04-opt-0">
            <a:extLst xmlns:a="http://schemas.openxmlformats.org/drawingml/2006/main">
              <a:ext uri="{FF2B5EF4-FFF2-40B4-BE49-F238E27FC236}">
                <a16:creationId xmlns:a16="http://schemas.microsoft.com/office/drawing/2014/main" id="{A510F479-0C6D-43CF-A372-F77D775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247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말하지 않기</a:t>
            </a:r>
          </a:p>
        </p:txBody>
      </p:sp>
      <p:sp>
        <p:nvSpPr>
          <p:cNvPr id="9" name="W06-S04-opt-rule-1">
            <a:extLst xmlns:a="http://schemas.openxmlformats.org/drawingml/2006/main">
              <a:ext uri="{FF2B5EF4-FFF2-40B4-BE49-F238E27FC236}">
                <a16:creationId xmlns:a16="http://schemas.microsoft.com/office/drawing/2014/main" id="{86CBB610-0BA1-4663-BD49-2C723095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723900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0" name="W06-S04-opt-1">
            <a:extLst xmlns:a="http://schemas.openxmlformats.org/drawingml/2006/main">
              <a:ext uri="{FF2B5EF4-FFF2-40B4-BE49-F238E27FC236}">
                <a16:creationId xmlns:a16="http://schemas.microsoft.com/office/drawing/2014/main" id="{B504B0AA-341E-457F-BA12-A9A20FA6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75247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건너뛰기</a:t>
            </a:r>
          </a:p>
        </p:txBody>
      </p:sp>
      <p:sp>
        <p:nvSpPr>
          <p:cNvPr id="11" name="W06-S04-opt-rule-2">
            <a:extLst xmlns:a="http://schemas.openxmlformats.org/drawingml/2006/main">
              <a:ext uri="{FF2B5EF4-FFF2-40B4-BE49-F238E27FC236}">
                <a16:creationId xmlns:a16="http://schemas.microsoft.com/office/drawing/2014/main" id="{F5C7E4DB-BB82-487E-ACFD-59AEA4A8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723900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2" name="W06-S04-opt-2">
            <a:extLst xmlns:a="http://schemas.openxmlformats.org/drawingml/2006/main">
              <a:ext uri="{FF2B5EF4-FFF2-40B4-BE49-F238E27FC236}">
                <a16:creationId xmlns:a16="http://schemas.microsoft.com/office/drawing/2014/main" id="{39085DB2-AD2F-4C30-A6AF-826673B5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75247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잠시 쉬기</a:t>
            </a:r>
          </a:p>
        </p:txBody>
      </p:sp>
    </p:spTree>
    <p:extLst>
      <p:ext uri="{BB962C8B-B14F-4D97-AF65-F5344CB8AC3E}">
        <p14:creationId xmlns:p14="http://schemas.microsoft.com/office/powerpoint/2010/main" val="1344811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6-S05-week">
            <a:extLst xmlns:a="http://schemas.openxmlformats.org/drawingml/2006/main">
              <a:ext uri="{FF2B5EF4-FFF2-40B4-BE49-F238E27FC236}">
                <a16:creationId xmlns:a16="http://schemas.microsoft.com/office/drawing/2014/main" id="{0A3F2CFB-11F7-4DAD-9C23-C9424AA7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W06  /  05</a:t>
            </a:r>
          </a:p>
        </p:txBody>
      </p:sp>
      <p:sp>
        <p:nvSpPr>
          <p:cNvPr id="2" name="W06-S05-label">
            <a:extLst xmlns:a="http://schemas.openxmlformats.org/drawingml/2006/main">
              <a:ext uri="{FF2B5EF4-FFF2-40B4-BE49-F238E27FC236}">
                <a16:creationId xmlns:a16="http://schemas.microsoft.com/office/drawing/2014/main" id="{45F38314-621C-4CC3-B140-99C2DC07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지난주 돌아보기</a:t>
            </a:r>
          </a:p>
        </p:txBody>
      </p:sp>
      <p:sp>
        <p:nvSpPr>
          <p:cNvPr id="3" name="W06-S05-brand">
            <a:extLst xmlns:a="http://schemas.openxmlformats.org/drawingml/2006/main">
              <a:ext uri="{FF2B5EF4-FFF2-40B4-BE49-F238E27FC236}">
                <a16:creationId xmlns:a16="http://schemas.microsoft.com/office/drawing/2014/main" id="{275872F3-1353-4DB0-989B-377D5CB3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6-S05-id">
            <a:extLst xmlns:a="http://schemas.openxmlformats.org/drawingml/2006/main">
              <a:ext uri="{FF2B5EF4-FFF2-40B4-BE49-F238E27FC236}">
                <a16:creationId xmlns:a16="http://schemas.microsoft.com/office/drawing/2014/main" id="{ED3270B9-440A-408E-AD4A-DD48FC79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W06-S05</a:t>
            </a:r>
          </a:p>
        </p:txBody>
      </p:sp>
      <p:sp>
        <p:nvSpPr>
          <p:cNvPr id="5" name="W06-S05-index">
            <a:extLst xmlns:a="http://schemas.openxmlformats.org/drawingml/2006/main">
              <a:ext uri="{FF2B5EF4-FFF2-40B4-BE49-F238E27FC236}">
                <a16:creationId xmlns:a16="http://schemas.microsoft.com/office/drawing/2014/main" id="{0B3C2BEA-362A-4710-88EC-1D907DEA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476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7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↺</a:t>
            </a:r>
          </a:p>
        </p:txBody>
      </p:sp>
      <p:sp>
        <p:nvSpPr>
          <p:cNvPr id="6" name="W06-S05-body">
            <a:extLst xmlns:a="http://schemas.openxmlformats.org/drawingml/2006/main">
              <a:ext uri="{FF2B5EF4-FFF2-40B4-BE49-F238E27FC236}">
                <a16:creationId xmlns:a16="http://schemas.microsoft.com/office/drawing/2014/main" id="{B29CED60-57FA-4178-8979-EE3C21F0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28875"/>
            <a:ext cx="12954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1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61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7일 행동 실험에서 발견한 것은 무엇인가요?</a:t>
            </a:r>
          </a:p>
        </p:txBody>
      </p:sp>
      <p:sp>
        <p:nvSpPr>
          <p:cNvPr id="7" name="W06-S05-cue">
            <a:extLst xmlns:a="http://schemas.openxmlformats.org/drawingml/2006/main">
              <a:ext uri="{FF2B5EF4-FFF2-40B4-BE49-F238E27FC236}">
                <a16:creationId xmlns:a16="http://schemas.microsoft.com/office/drawing/2014/main" id="{3A0BD833-BC01-4C12-8E59-6A7C0162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85800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성과보다 알아차림을 돌아봅니다.</a:t>
            </a:r>
          </a:p>
        </p:txBody>
      </p:sp>
      <p:sp>
        <p:nvSpPr>
          <p:cNvPr id="8" name="W06-S05-rule">
            <a:extLst xmlns:a="http://schemas.openxmlformats.org/drawingml/2006/main">
              <a:ext uri="{FF2B5EF4-FFF2-40B4-BE49-F238E27FC236}">
                <a16:creationId xmlns:a16="http://schemas.microsoft.com/office/drawing/2014/main" id="{566F3AC6-D79B-4351-A6F1-E0F12FBF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572250"/>
            <a:ext cx="1238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D8D0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01919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6-S06-week">
            <a:extLst xmlns:a="http://schemas.openxmlformats.org/drawingml/2006/main">
              <a:ext uri="{FF2B5EF4-FFF2-40B4-BE49-F238E27FC236}">
                <a16:creationId xmlns:a16="http://schemas.microsoft.com/office/drawing/2014/main" id="{CD35E500-ABD0-4D79-B2B7-478CCAD6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W06  /  06</a:t>
            </a:r>
          </a:p>
        </p:txBody>
      </p:sp>
      <p:sp>
        <p:nvSpPr>
          <p:cNvPr id="2" name="W06-S06-label">
            <a:extLst xmlns:a="http://schemas.openxmlformats.org/drawingml/2006/main">
              <a:ext uri="{FF2B5EF4-FFF2-40B4-BE49-F238E27FC236}">
                <a16:creationId xmlns:a16="http://schemas.microsoft.com/office/drawing/2014/main" id="{ED99019F-181B-4BBA-9699-65BC63C8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오프닝 스토리</a:t>
            </a:r>
          </a:p>
        </p:txBody>
      </p:sp>
      <p:sp>
        <p:nvSpPr>
          <p:cNvPr id="3" name="W06-S06-brand">
            <a:extLst xmlns:a="http://schemas.openxmlformats.org/drawingml/2006/main">
              <a:ext uri="{FF2B5EF4-FFF2-40B4-BE49-F238E27FC236}">
                <a16:creationId xmlns:a16="http://schemas.microsoft.com/office/drawing/2014/main" id="{246192F4-4107-4F1E-BA26-6EBC118C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6-S06-id">
            <a:extLst xmlns:a="http://schemas.openxmlformats.org/drawingml/2006/main">
              <a:ext uri="{FF2B5EF4-FFF2-40B4-BE49-F238E27FC236}">
                <a16:creationId xmlns:a16="http://schemas.microsoft.com/office/drawing/2014/main" id="{C9783E5E-7990-45A3-94F5-32F288C2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W06-S06</a:t>
            </a:r>
          </a:p>
        </p:txBody>
      </p:sp>
      <p:sp>
        <p:nvSpPr>
          <p:cNvPr id="5" name="W06-S06-story-label">
            <a:extLst xmlns:a="http://schemas.openxmlformats.org/drawingml/2006/main">
              <a:ext uri="{FF2B5EF4-FFF2-40B4-BE49-F238E27FC236}">
                <a16:creationId xmlns:a16="http://schemas.microsoft.com/office/drawing/2014/main" id="{18A8C7B9-88AC-4B5D-8F33-648FA9E6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4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84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STORY</a:t>
            </a:r>
          </a:p>
        </p:txBody>
      </p:sp>
      <p:sp>
        <p:nvSpPr>
          <p:cNvPr id="6" name="W06-S06-split">
            <a:extLst xmlns:a="http://schemas.openxmlformats.org/drawingml/2006/main">
              <a:ext uri="{FF2B5EF4-FFF2-40B4-BE49-F238E27FC236}">
                <a16:creationId xmlns:a16="http://schemas.microsoft.com/office/drawing/2014/main" id="{92EE3291-B551-4862-A89C-5DD7D332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90700"/>
            <a:ext cx="28575" cy="633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8000"/>
            </a:srgbClr>
          </a:solidFill>
          <a:ln xmlns:a="http://schemas.openxmlformats.org/drawingml/2006/main" w="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7" name="W06-S06-body">
            <a:extLst xmlns:a="http://schemas.openxmlformats.org/drawingml/2006/main">
              <a:ext uri="{FF2B5EF4-FFF2-40B4-BE49-F238E27FC236}">
                <a16:creationId xmlns:a16="http://schemas.microsoft.com/office/drawing/2014/main" id="{25981BA8-AF27-44AB-BCE6-2DD2BCB7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43125"/>
            <a:ext cx="9906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2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42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마지막 장면의 목적은 상처가 사라진 완벽한 사람이 되는 것이 아닙니다. 흔들려도 다시 돌아올 수 있는 기준과 관계를 만듭니다.</a:t>
            </a:r>
          </a:p>
        </p:txBody>
      </p:sp>
      <p:sp>
        <p:nvSpPr>
          <p:cNvPr id="8" name="W06-S06-pause">
            <a:extLst xmlns:a="http://schemas.openxmlformats.org/drawingml/2006/main">
              <a:ext uri="{FF2B5EF4-FFF2-40B4-BE49-F238E27FC236}">
                <a16:creationId xmlns:a16="http://schemas.microsoft.com/office/drawing/2014/main" id="{E4F6B775-881C-48E0-8AA6-1C66FF35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66762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문장 사이에 짧은 침묵을 둡니다.</a:t>
            </a:r>
          </a:p>
        </p:txBody>
      </p:sp>
    </p:spTree>
    <p:extLst>
      <p:ext uri="{BB962C8B-B14F-4D97-AF65-F5344CB8AC3E}">
        <p14:creationId xmlns:p14="http://schemas.microsoft.com/office/powerpoint/2010/main" val="10429366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6-S07-week">
            <a:extLst xmlns:a="http://schemas.openxmlformats.org/drawingml/2006/main">
              <a:ext uri="{FF2B5EF4-FFF2-40B4-BE49-F238E27FC236}">
                <a16:creationId xmlns:a16="http://schemas.microsoft.com/office/drawing/2014/main" id="{C0A5B26E-7F26-4634-B65D-0F886CD7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W06  /  07</a:t>
            </a:r>
          </a:p>
        </p:txBody>
      </p:sp>
      <p:sp>
        <p:nvSpPr>
          <p:cNvPr id="2" name="W06-S07-label">
            <a:extLst xmlns:a="http://schemas.openxmlformats.org/drawingml/2006/main">
              <a:ext uri="{FF2B5EF4-FFF2-40B4-BE49-F238E27FC236}">
                <a16:creationId xmlns:a16="http://schemas.microsoft.com/office/drawing/2014/main" id="{569A6A9D-E79C-4B8D-A224-6D25AE1A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활동 주제 공개</a:t>
            </a:r>
          </a:p>
        </p:txBody>
      </p:sp>
      <p:sp>
        <p:nvSpPr>
          <p:cNvPr id="3" name="W06-S07-brand">
            <a:extLst xmlns:a="http://schemas.openxmlformats.org/drawingml/2006/main">
              <a:ext uri="{FF2B5EF4-FFF2-40B4-BE49-F238E27FC236}">
                <a16:creationId xmlns:a16="http://schemas.microsoft.com/office/drawing/2014/main" id="{64EF26CB-AAA2-495B-9324-816D6A16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6-S07-id">
            <a:extLst xmlns:a="http://schemas.openxmlformats.org/drawingml/2006/main">
              <a:ext uri="{FF2B5EF4-FFF2-40B4-BE49-F238E27FC236}">
                <a16:creationId xmlns:a16="http://schemas.microsoft.com/office/drawing/2014/main" id="{157C92B6-24E9-4FD5-9FFC-BA3ECD38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W06-S07</a:t>
            </a:r>
          </a:p>
        </p:txBody>
      </p:sp>
      <p:sp>
        <p:nvSpPr>
          <p:cNvPr id="5" name="W06-S07-activity">
            <a:extLst xmlns:a="http://schemas.openxmlformats.org/drawingml/2006/main">
              <a:ext uri="{FF2B5EF4-FFF2-40B4-BE49-F238E27FC236}">
                <a16:creationId xmlns:a16="http://schemas.microsoft.com/office/drawing/2014/main" id="{FB5CAF6B-DFBB-4EC4-9829-03415DFD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85875"/>
            <a:ext cx="1485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3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33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ACTIVITY</a:t>
            </a:r>
          </a:p>
        </p:txBody>
      </p:sp>
      <p:sp>
        <p:nvSpPr>
          <p:cNvPr id="6" name="W06-S07-body">
            <a:extLst xmlns:a="http://schemas.openxmlformats.org/drawingml/2006/main">
              <a:ext uri="{FF2B5EF4-FFF2-40B4-BE49-F238E27FC236}">
                <a16:creationId xmlns:a16="http://schemas.microsoft.com/office/drawing/2014/main" id="{57994AE3-FD3F-409F-9BF3-147A1109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15621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9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ACTIVITY / 여섯 작품을 연결하고 나를 다시 데려오는 장면 그리기</a:t>
            </a:r>
          </a:p>
        </p:txBody>
      </p:sp>
      <p:sp>
        <p:nvSpPr>
          <p:cNvPr id="7" name="W06-S07-activity-rule">
            <a:extLst xmlns:a="http://schemas.openxmlformats.org/drawingml/2006/main">
              <a:ext uri="{FF2B5EF4-FFF2-40B4-BE49-F238E27FC236}">
                <a16:creationId xmlns:a16="http://schemas.microsoft.com/office/drawing/2014/main" id="{52278D09-C279-4B71-BF16-5C01F14C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915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581192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6-S08-week">
            <a:extLst xmlns:a="http://schemas.openxmlformats.org/drawingml/2006/main">
              <a:ext uri="{FF2B5EF4-FFF2-40B4-BE49-F238E27FC236}">
                <a16:creationId xmlns:a16="http://schemas.microsoft.com/office/drawing/2014/main" id="{C55E9832-B6E3-4C80-8478-1F10E3EE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W06  /  08</a:t>
            </a:r>
          </a:p>
        </p:txBody>
      </p:sp>
      <p:sp>
        <p:nvSpPr>
          <p:cNvPr id="2" name="W06-S08-label">
            <a:extLst xmlns:a="http://schemas.openxmlformats.org/drawingml/2006/main">
              <a:ext uri="{FF2B5EF4-FFF2-40B4-BE49-F238E27FC236}">
                <a16:creationId xmlns:a16="http://schemas.microsoft.com/office/drawing/2014/main" id="{B4BD3E9F-F9A0-4447-8A17-9D44B726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재료 준비</a:t>
            </a:r>
          </a:p>
        </p:txBody>
      </p:sp>
      <p:sp>
        <p:nvSpPr>
          <p:cNvPr id="3" name="W06-S08-brand">
            <a:extLst xmlns:a="http://schemas.openxmlformats.org/drawingml/2006/main">
              <a:ext uri="{FF2B5EF4-FFF2-40B4-BE49-F238E27FC236}">
                <a16:creationId xmlns:a16="http://schemas.microsoft.com/office/drawing/2014/main" id="{93D20575-C83B-4E0B-94A7-656F91CE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6-S08-id">
            <a:extLst xmlns:a="http://schemas.openxmlformats.org/drawingml/2006/main">
              <a:ext uri="{FF2B5EF4-FFF2-40B4-BE49-F238E27FC236}">
                <a16:creationId xmlns:a16="http://schemas.microsoft.com/office/drawing/2014/main" id="{A1FEBEAE-2F4F-409E-B807-AACD32C4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W06-S08</a:t>
            </a:r>
          </a:p>
        </p:txBody>
      </p:sp>
      <p:sp>
        <p:nvSpPr>
          <p:cNvPr id="5" name="W06-S08-body">
            <a:extLst xmlns:a="http://schemas.openxmlformats.org/drawingml/2006/main">
              <a:ext uri="{FF2B5EF4-FFF2-40B4-BE49-F238E27FC236}">
                <a16:creationId xmlns:a16="http://schemas.microsoft.com/office/drawing/2014/main" id="{EA27779F-1821-499D-9132-F9EBD19E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1571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스케치북 · 색연필 · 워크북을 준비합니다.</a:t>
            </a:r>
          </a:p>
        </p:txBody>
      </p:sp>
      <p:sp>
        <p:nvSpPr>
          <p:cNvPr id="6" name="W06-S08-prep-circle-0">
            <a:extLst xmlns:a="http://schemas.openxmlformats.org/drawingml/2006/main">
              <a:ext uri="{FF2B5EF4-FFF2-40B4-BE49-F238E27FC236}">
                <a16:creationId xmlns:a16="http://schemas.microsoft.com/office/drawing/2014/main" id="{4226F4BB-81B7-4ED2-8ADF-64CE8F69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0125"/>
            <a:ext cx="742950" cy="742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01828"/>
            </a:solidFill>
            <a:prstDash val="solid"/>
          </a:ln>
        </p:spPr>
      </p:sp>
      <p:sp>
        <p:nvSpPr>
          <p:cNvPr id="7" name="W06-S08-prep-en-0">
            <a:extLst xmlns:a="http://schemas.openxmlformats.org/drawingml/2006/main">
              <a:ext uri="{FF2B5EF4-FFF2-40B4-BE49-F238E27FC236}">
                <a16:creationId xmlns:a16="http://schemas.microsoft.com/office/drawing/2014/main" id="{82AEEA93-88EF-4017-A55A-9F074D80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101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SKETCHBOOK</a:t>
            </a:r>
          </a:p>
        </p:txBody>
      </p:sp>
      <p:sp>
        <p:nvSpPr>
          <p:cNvPr id="8" name="W06-S08-prep-ko-0">
            <a:extLst xmlns:a="http://schemas.openxmlformats.org/drawingml/2006/main">
              <a:ext uri="{FF2B5EF4-FFF2-40B4-BE49-F238E27FC236}">
                <a16:creationId xmlns:a16="http://schemas.microsoft.com/office/drawing/2014/main" id="{BDFF7205-61A9-4887-AFB7-2AF2FC45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34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그림의 자리</a:t>
            </a:r>
          </a:p>
        </p:txBody>
      </p:sp>
      <p:sp>
        <p:nvSpPr>
          <p:cNvPr id="9" name="W06-S08-prep-rule-0">
            <a:extLst xmlns:a="http://schemas.openxmlformats.org/drawingml/2006/main">
              <a:ext uri="{FF2B5EF4-FFF2-40B4-BE49-F238E27FC236}">
                <a16:creationId xmlns:a16="http://schemas.microsoft.com/office/drawing/2014/main" id="{C1CA5921-E43B-4308-87F9-C4815C21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81750"/>
            <a:ext cx="461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D8D0C4"/>
            </a:solidFill>
            <a:prstDash val="solid"/>
          </a:ln>
        </p:spPr>
      </p:sp>
      <p:sp>
        <p:nvSpPr>
          <p:cNvPr id="10" name="W06-S08-prep-circle-1">
            <a:extLst xmlns:a="http://schemas.openxmlformats.org/drawingml/2006/main">
              <a:ext uri="{FF2B5EF4-FFF2-40B4-BE49-F238E27FC236}">
                <a16:creationId xmlns:a16="http://schemas.microsoft.com/office/drawing/2014/main" id="{59215CAD-69EA-458B-8D55-CA21DCDA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10125"/>
            <a:ext cx="742950" cy="742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01828"/>
            </a:solidFill>
            <a:prstDash val="solid"/>
          </a:ln>
        </p:spPr>
      </p:sp>
      <p:sp>
        <p:nvSpPr>
          <p:cNvPr id="11" name="W06-S08-prep-en-1">
            <a:extLst xmlns:a="http://schemas.openxmlformats.org/drawingml/2006/main">
              <a:ext uri="{FF2B5EF4-FFF2-40B4-BE49-F238E27FC236}">
                <a16:creationId xmlns:a16="http://schemas.microsoft.com/office/drawing/2014/main" id="{A44E042A-B7B0-474E-83B7-BB5F5811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8101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COLOR PENCILS</a:t>
            </a:r>
          </a:p>
        </p:txBody>
      </p:sp>
      <p:sp>
        <p:nvSpPr>
          <p:cNvPr id="12" name="W06-S08-prep-ko-1">
            <a:extLst xmlns:a="http://schemas.openxmlformats.org/drawingml/2006/main">
              <a:ext uri="{FF2B5EF4-FFF2-40B4-BE49-F238E27FC236}">
                <a16:creationId xmlns:a16="http://schemas.microsoft.com/office/drawing/2014/main" id="{C82680F7-306D-4104-96F1-10FE2A6B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334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표현의 도구</a:t>
            </a:r>
          </a:p>
        </p:txBody>
      </p:sp>
      <p:sp>
        <p:nvSpPr>
          <p:cNvPr id="13" name="W06-S08-prep-rule-1">
            <a:extLst xmlns:a="http://schemas.openxmlformats.org/drawingml/2006/main">
              <a:ext uri="{FF2B5EF4-FFF2-40B4-BE49-F238E27FC236}">
                <a16:creationId xmlns:a16="http://schemas.microsoft.com/office/drawing/2014/main" id="{21B9BA51-DD3C-40CE-8D16-B85F4C6F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381750"/>
            <a:ext cx="461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D8D0C4"/>
            </a:solidFill>
            <a:prstDash val="solid"/>
          </a:ln>
        </p:spPr>
      </p:sp>
      <p:sp>
        <p:nvSpPr>
          <p:cNvPr id="14" name="W06-S08-prep-circle-2">
            <a:extLst xmlns:a="http://schemas.openxmlformats.org/drawingml/2006/main">
              <a:ext uri="{FF2B5EF4-FFF2-40B4-BE49-F238E27FC236}">
                <a16:creationId xmlns:a16="http://schemas.microsoft.com/office/drawing/2014/main" id="{F3D19F38-11A9-4C68-BC12-6D31C373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810125"/>
            <a:ext cx="742950" cy="742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01828"/>
            </a:solidFill>
            <a:prstDash val="solid"/>
          </a:ln>
        </p:spPr>
      </p:sp>
      <p:sp>
        <p:nvSpPr>
          <p:cNvPr id="15" name="W06-S08-prep-en-2">
            <a:extLst xmlns:a="http://schemas.openxmlformats.org/drawingml/2006/main">
              <a:ext uri="{FF2B5EF4-FFF2-40B4-BE49-F238E27FC236}">
                <a16:creationId xmlns:a16="http://schemas.microsoft.com/office/drawing/2014/main" id="{5C61A889-A564-4247-984E-6EE8EC8B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48101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WORKBOOK</a:t>
            </a:r>
          </a:p>
        </p:txBody>
      </p:sp>
      <p:sp>
        <p:nvSpPr>
          <p:cNvPr id="16" name="W06-S08-prep-ko-2">
            <a:extLst xmlns:a="http://schemas.openxmlformats.org/drawingml/2006/main">
              <a:ext uri="{FF2B5EF4-FFF2-40B4-BE49-F238E27FC236}">
                <a16:creationId xmlns:a16="http://schemas.microsoft.com/office/drawing/2014/main" id="{EC0E502E-710C-43A9-8B2A-E933CD9A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5334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발견의 기록</a:t>
            </a:r>
          </a:p>
        </p:txBody>
      </p:sp>
      <p:sp>
        <p:nvSpPr>
          <p:cNvPr id="17" name="W06-S08-prep-rule-2">
            <a:extLst xmlns:a="http://schemas.openxmlformats.org/drawingml/2006/main">
              <a:ext uri="{FF2B5EF4-FFF2-40B4-BE49-F238E27FC236}">
                <a16:creationId xmlns:a16="http://schemas.microsoft.com/office/drawing/2014/main" id="{9F3CD645-F68B-41E5-BEEE-C406FE95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381750"/>
            <a:ext cx="461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D8D0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169560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6-S09-week">
            <a:extLst xmlns:a="http://schemas.openxmlformats.org/drawingml/2006/main">
              <a:ext uri="{FF2B5EF4-FFF2-40B4-BE49-F238E27FC236}">
                <a16:creationId xmlns:a16="http://schemas.microsoft.com/office/drawing/2014/main" id="{C0E40470-3C77-49F5-818F-7D68525B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W06  /  09</a:t>
            </a:r>
          </a:p>
        </p:txBody>
      </p:sp>
      <p:sp>
        <p:nvSpPr>
          <p:cNvPr id="2" name="W06-S09-label">
            <a:extLst xmlns:a="http://schemas.openxmlformats.org/drawingml/2006/main">
              <a:ext uri="{FF2B5EF4-FFF2-40B4-BE49-F238E27FC236}">
                <a16:creationId xmlns:a16="http://schemas.microsoft.com/office/drawing/2014/main" id="{CA0F8828-F8F0-420D-A641-3B1963F7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그림 안내</a:t>
            </a:r>
          </a:p>
        </p:txBody>
      </p:sp>
      <p:sp>
        <p:nvSpPr>
          <p:cNvPr id="3" name="W06-S09-brand">
            <a:extLst xmlns:a="http://schemas.openxmlformats.org/drawingml/2006/main">
              <a:ext uri="{FF2B5EF4-FFF2-40B4-BE49-F238E27FC236}">
                <a16:creationId xmlns:a16="http://schemas.microsoft.com/office/drawing/2014/main" id="{B8E1B420-1FD5-4BC7-AF02-A5D7BFF6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6-S09-id">
            <a:extLst xmlns:a="http://schemas.openxmlformats.org/drawingml/2006/main">
              <a:ext uri="{FF2B5EF4-FFF2-40B4-BE49-F238E27FC236}">
                <a16:creationId xmlns:a16="http://schemas.microsoft.com/office/drawing/2014/main" id="{B6D0FDC5-D233-49BC-8940-927FDE9A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W06-S09</a:t>
            </a:r>
          </a:p>
        </p:txBody>
      </p:sp>
      <p:sp>
        <p:nvSpPr>
          <p:cNvPr id="5" name="W06-S09-guide">
            <a:extLst xmlns:a="http://schemas.openxmlformats.org/drawingml/2006/main">
              <a:ext uri="{FF2B5EF4-FFF2-40B4-BE49-F238E27FC236}">
                <a16:creationId xmlns:a16="http://schemas.microsoft.com/office/drawing/2014/main" id="{999224E6-2DAB-412E-8D7B-B60FC68D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876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1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61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DRAWING GUIDE</a:t>
            </a:r>
          </a:p>
        </p:txBody>
      </p:sp>
      <p:sp>
        <p:nvSpPr>
          <p:cNvPr id="6" name="W06-S09-body">
            <a:extLst xmlns:a="http://schemas.openxmlformats.org/drawingml/2006/main">
              <a:ext uri="{FF2B5EF4-FFF2-40B4-BE49-F238E27FC236}">
                <a16:creationId xmlns:a16="http://schemas.microsoft.com/office/drawing/2014/main" id="{81D8279F-B333-4FCD-87CA-7553CCFC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95625"/>
            <a:ext cx="1552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9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여섯 작품을 펼쳐 반복과 변화를 본 뒤 마지막 장면을 그립니다.</a:t>
            </a:r>
          </a:p>
        </p:txBody>
      </p:sp>
      <p:sp>
        <p:nvSpPr>
          <p:cNvPr id="7" name="W06-S09-guide-circle-0">
            <a:extLst xmlns:a="http://schemas.openxmlformats.org/drawingml/2006/main">
              <a:ext uri="{FF2B5EF4-FFF2-40B4-BE49-F238E27FC236}">
                <a16:creationId xmlns:a16="http://schemas.microsoft.com/office/drawing/2014/main" id="{04F9FECB-00D5-463E-A1FB-D397A14B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01828"/>
            </a:solidFill>
            <a:prstDash val="solid"/>
          </a:ln>
        </p:spPr>
      </p:sp>
      <p:sp>
        <p:nvSpPr>
          <p:cNvPr id="8" name="W06-S09-guide-line-0">
            <a:extLst xmlns:a="http://schemas.openxmlformats.org/drawingml/2006/main">
              <a:ext uri="{FF2B5EF4-FFF2-40B4-BE49-F238E27FC236}">
                <a16:creationId xmlns:a16="http://schemas.microsoft.com/office/drawing/2014/main" id="{C5E67B2D-8ED1-46B5-B0D5-38B2E8B7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5341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9" name="W06-S09-guide-circle-1">
            <a:extLst xmlns:a="http://schemas.openxmlformats.org/drawingml/2006/main">
              <a:ext uri="{FF2B5EF4-FFF2-40B4-BE49-F238E27FC236}">
                <a16:creationId xmlns:a16="http://schemas.microsoft.com/office/drawing/2014/main" id="{3F5BA3C0-DA11-4060-934C-EBE44196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524625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01828"/>
            </a:solidFill>
            <a:prstDash val="solid"/>
          </a:ln>
        </p:spPr>
      </p:sp>
      <p:sp>
        <p:nvSpPr>
          <p:cNvPr id="10" name="W06-S09-guide-line-1">
            <a:extLst xmlns:a="http://schemas.openxmlformats.org/drawingml/2006/main">
              <a:ext uri="{FF2B5EF4-FFF2-40B4-BE49-F238E27FC236}">
                <a16:creationId xmlns:a16="http://schemas.microsoft.com/office/drawing/2014/main" id="{912439C6-EA42-4DA3-B90A-45C149E0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867525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1" name="W06-S09-guide-circle-2">
            <a:extLst xmlns:a="http://schemas.openxmlformats.org/drawingml/2006/main">
              <a:ext uri="{FF2B5EF4-FFF2-40B4-BE49-F238E27FC236}">
                <a16:creationId xmlns:a16="http://schemas.microsoft.com/office/drawing/2014/main" id="{3A2241CF-9774-4006-BCC0-DC7DFB98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19125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01828"/>
            </a:solidFill>
            <a:prstDash val="solid"/>
          </a:ln>
        </p:spPr>
      </p:sp>
      <p:sp>
        <p:nvSpPr>
          <p:cNvPr id="12" name="W06-S09-guide-line-2">
            <a:extLst xmlns:a="http://schemas.openxmlformats.org/drawingml/2006/main">
              <a:ext uri="{FF2B5EF4-FFF2-40B4-BE49-F238E27FC236}">
                <a16:creationId xmlns:a16="http://schemas.microsoft.com/office/drawing/2014/main" id="{1CA39437-ED9B-40C0-A6B2-8EFE6825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5341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3" name="W06-S09-guide-circle-3">
            <a:extLst xmlns:a="http://schemas.openxmlformats.org/drawingml/2006/main">
              <a:ext uri="{FF2B5EF4-FFF2-40B4-BE49-F238E27FC236}">
                <a16:creationId xmlns:a16="http://schemas.microsoft.com/office/drawing/2014/main" id="{0CC9C610-95DB-47C1-808B-98DFEA2A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6524625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01828"/>
            </a:solidFill>
            <a:prstDash val="solid"/>
          </a:ln>
        </p:spPr>
      </p:sp>
      <p:sp>
        <p:nvSpPr>
          <p:cNvPr id="14" name="W06-S09-guide-line-3">
            <a:extLst xmlns:a="http://schemas.openxmlformats.org/drawingml/2006/main">
              <a:ext uri="{FF2B5EF4-FFF2-40B4-BE49-F238E27FC236}">
                <a16:creationId xmlns:a16="http://schemas.microsoft.com/office/drawing/2014/main" id="{D74CD96A-BDD7-462C-BC53-952866D0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6867525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5" name="W06-S09-choice">
            <a:extLst xmlns:a="http://schemas.openxmlformats.org/drawingml/2006/main">
              <a:ext uri="{FF2B5EF4-FFF2-40B4-BE49-F238E27FC236}">
                <a16:creationId xmlns:a16="http://schemas.microsoft.com/office/drawing/2014/main" id="{C96546CA-93B0-4CB1-809B-90FEF266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81050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모두 넣을 필요는 없습니다. 선 · 색 · 거리 · 빈 공간도 표현입니다.</a:t>
            </a:r>
          </a:p>
        </p:txBody>
      </p:sp>
    </p:spTree>
    <p:extLst>
      <p:ext uri="{BB962C8B-B14F-4D97-AF65-F5344CB8AC3E}">
        <p14:creationId xmlns:p14="http://schemas.microsoft.com/office/powerpoint/2010/main" val="17665303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6-S10-week">
            <a:extLst xmlns:a="http://schemas.openxmlformats.org/drawingml/2006/main">
              <a:ext uri="{FF2B5EF4-FFF2-40B4-BE49-F238E27FC236}">
                <a16:creationId xmlns:a16="http://schemas.microsoft.com/office/drawing/2014/main" id="{03A5E734-31B6-48FA-BA7D-B0C528A3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W06  /  10</a:t>
            </a:r>
          </a:p>
        </p:txBody>
      </p:sp>
      <p:sp>
        <p:nvSpPr>
          <p:cNvPr id="2" name="W06-S10-label">
            <a:extLst xmlns:a="http://schemas.openxmlformats.org/drawingml/2006/main">
              <a:ext uri="{FF2B5EF4-FFF2-40B4-BE49-F238E27FC236}">
                <a16:creationId xmlns:a16="http://schemas.microsoft.com/office/drawing/2014/main" id="{47323817-A56B-420C-BFB6-ECD6189F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활동 중 한 문장</a:t>
            </a:r>
          </a:p>
        </p:txBody>
      </p:sp>
      <p:sp>
        <p:nvSpPr>
          <p:cNvPr id="3" name="W06-S10-brand">
            <a:extLst xmlns:a="http://schemas.openxmlformats.org/drawingml/2006/main">
              <a:ext uri="{FF2B5EF4-FFF2-40B4-BE49-F238E27FC236}">
                <a16:creationId xmlns:a16="http://schemas.microsoft.com/office/drawing/2014/main" id="{231F5B79-DB1E-43DD-A538-2EDAF2C9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6-S10-id">
            <a:extLst xmlns:a="http://schemas.openxmlformats.org/drawingml/2006/main">
              <a:ext uri="{FF2B5EF4-FFF2-40B4-BE49-F238E27FC236}">
                <a16:creationId xmlns:a16="http://schemas.microsoft.com/office/drawing/2014/main" id="{902575FB-5AE2-4E3A-8BD4-3DE6A714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W06-S10</a:t>
            </a:r>
          </a:p>
        </p:txBody>
      </p:sp>
      <p:sp>
        <p:nvSpPr>
          <p:cNvPr id="5" name="W06-S10-accent-top">
            <a:extLst xmlns:a="http://schemas.openxmlformats.org/drawingml/2006/main">
              <a:ext uri="{FF2B5EF4-FFF2-40B4-BE49-F238E27FC236}">
                <a16:creationId xmlns:a16="http://schemas.microsoft.com/office/drawing/2014/main" id="{7F7F99A8-E73C-41CB-91EF-A0AC2C2A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6" name="W06-S10-body">
            <a:extLst xmlns:a="http://schemas.openxmlformats.org/drawingml/2006/main">
              <a:ext uri="{FF2B5EF4-FFF2-40B4-BE49-F238E27FC236}">
                <a16:creationId xmlns:a16="http://schemas.microsoft.com/office/drawing/2014/main" id="{85FC9335-ABAF-4204-81BE-94DB3039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90875"/>
            <a:ext cx="15335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69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69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흔들림은 실패가 아닙니다.</a:t>
            </a:r>
          </a:p>
        </p:txBody>
      </p:sp>
      <p:sp>
        <p:nvSpPr>
          <p:cNvPr id="7" name="W06-S10-small">
            <a:extLst xmlns:a="http://schemas.openxmlformats.org/drawingml/2006/main">
              <a:ext uri="{FF2B5EF4-FFF2-40B4-BE49-F238E27FC236}">
                <a16:creationId xmlns:a16="http://schemas.microsoft.com/office/drawing/2014/main" id="{1FE768D8-2BCC-49F2-9787-872AEC38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6675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YOUR PACE IS PART OF THE WORK.</a:t>
            </a:r>
          </a:p>
        </p:txBody>
      </p:sp>
    </p:spTree>
    <p:extLst>
      <p:ext uri="{BB962C8B-B14F-4D97-AF65-F5344CB8AC3E}">
        <p14:creationId xmlns:p14="http://schemas.microsoft.com/office/powerpoint/2010/main" val="7406536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6-S11-week">
            <a:extLst xmlns:a="http://schemas.openxmlformats.org/drawingml/2006/main">
              <a:ext uri="{FF2B5EF4-FFF2-40B4-BE49-F238E27FC236}">
                <a16:creationId xmlns:a16="http://schemas.microsoft.com/office/drawing/2014/main" id="{5D1F768D-956C-45E3-B499-ACD66AB9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W06  /  11</a:t>
            </a:r>
          </a:p>
        </p:txBody>
      </p:sp>
      <p:sp>
        <p:nvSpPr>
          <p:cNvPr id="2" name="W06-S11-label">
            <a:extLst xmlns:a="http://schemas.openxmlformats.org/drawingml/2006/main">
              <a:ext uri="{FF2B5EF4-FFF2-40B4-BE49-F238E27FC236}">
                <a16:creationId xmlns:a16="http://schemas.microsoft.com/office/drawing/2014/main" id="{0FF4DB6D-F070-46E0-8283-9AA80224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그림 활동</a:t>
            </a:r>
          </a:p>
        </p:txBody>
      </p:sp>
      <p:sp>
        <p:nvSpPr>
          <p:cNvPr id="3" name="W06-S11-brand">
            <a:extLst xmlns:a="http://schemas.openxmlformats.org/drawingml/2006/main">
              <a:ext uri="{FF2B5EF4-FFF2-40B4-BE49-F238E27FC236}">
                <a16:creationId xmlns:a16="http://schemas.microsoft.com/office/drawing/2014/main" id="{AD1F3345-96EB-4F62-A1C7-0933DFA8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6-S11-id">
            <a:extLst xmlns:a="http://schemas.openxmlformats.org/drawingml/2006/main">
              <a:ext uri="{FF2B5EF4-FFF2-40B4-BE49-F238E27FC236}">
                <a16:creationId xmlns:a16="http://schemas.microsoft.com/office/drawing/2014/main" id="{51A6F151-B933-489C-B4F5-A3FC9201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W06-S11</a:t>
            </a:r>
          </a:p>
        </p:txBody>
      </p:sp>
      <p:sp>
        <p:nvSpPr>
          <p:cNvPr id="5" name="W06-S11-number">
            <a:extLst xmlns:a="http://schemas.openxmlformats.org/drawingml/2006/main">
              <a:ext uri="{FF2B5EF4-FFF2-40B4-BE49-F238E27FC236}">
                <a16:creationId xmlns:a16="http://schemas.microsoft.com/office/drawing/2014/main" id="{0CDCA59E-F9C0-41AB-89E0-388D5566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857250"/>
            <a:ext cx="8667750" cy="638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397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397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6" name="W06-S11-min">
            <a:extLst xmlns:a="http://schemas.openxmlformats.org/drawingml/2006/main">
              <a:ext uri="{FF2B5EF4-FFF2-40B4-BE49-F238E27FC236}">
                <a16:creationId xmlns:a16="http://schemas.microsoft.com/office/drawing/2014/main" id="{003F5714-89ED-481E-9978-53F2AB8B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0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8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08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MIN</a:t>
            </a:r>
          </a:p>
        </p:txBody>
      </p:sp>
      <p:sp>
        <p:nvSpPr>
          <p:cNvPr id="7" name="W06-S11-body">
            <a:extLst xmlns:a="http://schemas.openxmlformats.org/drawingml/2006/main">
              <a:ext uri="{FF2B5EF4-FFF2-40B4-BE49-F238E27FC236}">
                <a16:creationId xmlns:a16="http://schemas.microsoft.com/office/drawing/2014/main" id="{2F889ADD-265E-451B-ADB9-CB609F74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619750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25 MIN / 그림을 시작합니다.</a:t>
            </a:r>
          </a:p>
        </p:txBody>
      </p:sp>
      <p:sp>
        <p:nvSpPr>
          <p:cNvPr id="8" name="W06-S11-timer-rule">
            <a:extLst xmlns:a="http://schemas.openxmlformats.org/drawingml/2006/main">
              <a:ext uri="{FF2B5EF4-FFF2-40B4-BE49-F238E27FC236}">
                <a16:creationId xmlns:a16="http://schemas.microsoft.com/office/drawing/2014/main" id="{EA8E2534-F77A-4829-BFB2-C1D5A712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143750"/>
            <a:ext cx="542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530492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6-S12-week">
            <a:extLst xmlns:a="http://schemas.openxmlformats.org/drawingml/2006/main">
              <a:ext uri="{FF2B5EF4-FFF2-40B4-BE49-F238E27FC236}">
                <a16:creationId xmlns:a16="http://schemas.microsoft.com/office/drawing/2014/main" id="{7D674DD1-E085-4997-8111-931F4AF6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W06  /  12</a:t>
            </a:r>
          </a:p>
        </p:txBody>
      </p:sp>
      <p:sp>
        <p:nvSpPr>
          <p:cNvPr id="2" name="W06-S12-label">
            <a:extLst xmlns:a="http://schemas.openxmlformats.org/drawingml/2006/main">
              <a:ext uri="{FF2B5EF4-FFF2-40B4-BE49-F238E27FC236}">
                <a16:creationId xmlns:a16="http://schemas.microsoft.com/office/drawing/2014/main" id="{5F2C59A0-1B3E-4B9F-A52E-00DD5070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작품 바라보기</a:t>
            </a:r>
          </a:p>
        </p:txBody>
      </p:sp>
      <p:sp>
        <p:nvSpPr>
          <p:cNvPr id="3" name="W06-S12-brand">
            <a:extLst xmlns:a="http://schemas.openxmlformats.org/drawingml/2006/main">
              <a:ext uri="{FF2B5EF4-FFF2-40B4-BE49-F238E27FC236}">
                <a16:creationId xmlns:a16="http://schemas.microsoft.com/office/drawing/2014/main" id="{2DBA600C-BA74-4DBC-BFC7-B40AC267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6-S12-id">
            <a:extLst xmlns:a="http://schemas.openxmlformats.org/drawingml/2006/main">
              <a:ext uri="{FF2B5EF4-FFF2-40B4-BE49-F238E27FC236}">
                <a16:creationId xmlns:a16="http://schemas.microsoft.com/office/drawing/2014/main" id="{0AAD0206-98C6-467E-934B-0A526C21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W06-S12</a:t>
            </a:r>
          </a:p>
        </p:txBody>
      </p:sp>
      <p:sp>
        <p:nvSpPr>
          <p:cNvPr id="5" name="W06-S12-observe">
            <a:extLst xmlns:a="http://schemas.openxmlformats.org/drawingml/2006/main">
              <a:ext uri="{FF2B5EF4-FFF2-40B4-BE49-F238E27FC236}">
                <a16:creationId xmlns:a16="http://schemas.microsoft.com/office/drawing/2014/main" id="{26CBCDD4-76DB-405B-A5D7-25CFC21C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700" b="1">
                <a:solidFill>
                  <a:srgbClr val="101828">
                    <a:alpha val="60000"/>
                  </a:srgbClr>
                </a:solidFill>
                <a:latin typeface="Noto Sans KR"/>
                <a:ea typeface="Noto Sans KR"/>
                <a:cs typeface="Noto Sans KR"/>
              </a:defRPr>
            </a:pPr>
            <a:r>
              <a:rPr sz="8700" b="1">
                <a:solidFill>
                  <a:srgbClr val="101828">
                    <a:alpha val="60000"/>
                  </a:srgbClr>
                </a:solidFill>
                <a:latin typeface="Noto Sans KR"/>
                <a:ea typeface="Noto Sans KR"/>
                <a:cs typeface="Noto Sans KR"/>
              </a:rPr>
              <a:t>LOOK AGAIN</a:t>
            </a:r>
          </a:p>
        </p:txBody>
      </p:sp>
      <p:sp>
        <p:nvSpPr>
          <p:cNvPr id="6" name="W06-S12-body">
            <a:extLst xmlns:a="http://schemas.openxmlformats.org/drawingml/2006/main">
              <a:ext uri="{FF2B5EF4-FFF2-40B4-BE49-F238E27FC236}">
                <a16:creationId xmlns:a16="http://schemas.microsoft.com/office/drawing/2014/main" id="{963BE803-597A-41EB-8A05-27122D61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67125"/>
            <a:ext cx="13049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54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4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그림을 바꾸기 전에 먼저 그대로 바라봅니다.</a:t>
            </a:r>
          </a:p>
        </p:txBody>
      </p:sp>
      <p:sp>
        <p:nvSpPr>
          <p:cNvPr id="7" name="W06-S12-tlh">
            <a:extLst xmlns:a="http://schemas.openxmlformats.org/drawingml/2006/main">
              <a:ext uri="{FF2B5EF4-FFF2-40B4-BE49-F238E27FC236}">
                <a16:creationId xmlns:a16="http://schemas.microsoft.com/office/drawing/2014/main" id="{3A9E57BF-C6FE-4756-B9F6-5EBE04F3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43250"/>
            <a:ext cx="1095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8" name="W06-S12-tlv">
            <a:extLst xmlns:a="http://schemas.openxmlformats.org/drawingml/2006/main">
              <a:ext uri="{FF2B5EF4-FFF2-40B4-BE49-F238E27FC236}">
                <a16:creationId xmlns:a16="http://schemas.microsoft.com/office/drawing/2014/main" id="{D1411D0A-981B-4E04-B781-C81DC54A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4325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9" name="W06-S12-trh">
            <a:extLst xmlns:a="http://schemas.openxmlformats.org/drawingml/2006/main">
              <a:ext uri="{FF2B5EF4-FFF2-40B4-BE49-F238E27FC236}">
                <a16:creationId xmlns:a16="http://schemas.microsoft.com/office/drawing/2014/main" id="{72C046E7-6F57-4782-B70D-74F479FF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143250"/>
            <a:ext cx="1095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0" name="W06-S12-trv">
            <a:extLst xmlns:a="http://schemas.openxmlformats.org/drawingml/2006/main">
              <a:ext uri="{FF2B5EF4-FFF2-40B4-BE49-F238E27FC236}">
                <a16:creationId xmlns:a16="http://schemas.microsoft.com/office/drawing/2014/main" id="{BF37D15C-5507-4295-920C-843C1C4B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314325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1" name="W06-S12-blh">
            <a:extLst xmlns:a="http://schemas.openxmlformats.org/drawingml/2006/main">
              <a:ext uri="{FF2B5EF4-FFF2-40B4-BE49-F238E27FC236}">
                <a16:creationId xmlns:a16="http://schemas.microsoft.com/office/drawing/2014/main" id="{833517FA-0F39-4979-B8FE-401AFBE0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810375"/>
            <a:ext cx="1095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2" name="W06-S12-blv">
            <a:extLst xmlns:a="http://schemas.openxmlformats.org/drawingml/2006/main">
              <a:ext uri="{FF2B5EF4-FFF2-40B4-BE49-F238E27FC236}">
                <a16:creationId xmlns:a16="http://schemas.microsoft.com/office/drawing/2014/main" id="{D1AB30E6-81D8-4D43-803B-6031393C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1500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3" name="W06-S12-brh">
            <a:extLst xmlns:a="http://schemas.openxmlformats.org/drawingml/2006/main">
              <a:ext uri="{FF2B5EF4-FFF2-40B4-BE49-F238E27FC236}">
                <a16:creationId xmlns:a16="http://schemas.microsoft.com/office/drawing/2014/main" id="{1C330D3D-E18F-4B99-BBBA-D53C4031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6810375"/>
            <a:ext cx="1095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4" name="W06-S12-brv">
            <a:extLst xmlns:a="http://schemas.openxmlformats.org/drawingml/2006/main">
              <a:ext uri="{FF2B5EF4-FFF2-40B4-BE49-F238E27FC236}">
                <a16:creationId xmlns:a16="http://schemas.microsoft.com/office/drawing/2014/main" id="{637415AD-983C-4BF8-9DD2-F8849295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571500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953670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6-S13-week">
            <a:extLst xmlns:a="http://schemas.openxmlformats.org/drawingml/2006/main">
              <a:ext uri="{FF2B5EF4-FFF2-40B4-BE49-F238E27FC236}">
                <a16:creationId xmlns:a16="http://schemas.microsoft.com/office/drawing/2014/main" id="{D5277B38-E2C1-4EE2-A259-CC558CF8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W06  /  13</a:t>
            </a:r>
          </a:p>
        </p:txBody>
      </p:sp>
      <p:sp>
        <p:nvSpPr>
          <p:cNvPr id="2" name="W06-S13-label">
            <a:extLst xmlns:a="http://schemas.openxmlformats.org/drawingml/2006/main">
              <a:ext uri="{FF2B5EF4-FFF2-40B4-BE49-F238E27FC236}">
                <a16:creationId xmlns:a16="http://schemas.microsoft.com/office/drawing/2014/main" id="{E487A2D4-EA65-4137-BB29-3947A0A4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관찰 질문</a:t>
            </a:r>
          </a:p>
        </p:txBody>
      </p:sp>
      <p:sp>
        <p:nvSpPr>
          <p:cNvPr id="3" name="W06-S13-brand">
            <a:extLst xmlns:a="http://schemas.openxmlformats.org/drawingml/2006/main">
              <a:ext uri="{FF2B5EF4-FFF2-40B4-BE49-F238E27FC236}">
                <a16:creationId xmlns:a16="http://schemas.microsoft.com/office/drawing/2014/main" id="{BC6C0B0C-F01D-4BF4-877E-E3278204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6-S13-id">
            <a:extLst xmlns:a="http://schemas.openxmlformats.org/drawingml/2006/main">
              <a:ext uri="{FF2B5EF4-FFF2-40B4-BE49-F238E27FC236}">
                <a16:creationId xmlns:a16="http://schemas.microsoft.com/office/drawing/2014/main" id="{4E00D435-0615-4987-B750-207B929C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W06-S13</a:t>
            </a:r>
          </a:p>
        </p:txBody>
      </p:sp>
      <p:sp>
        <p:nvSpPr>
          <p:cNvPr id="5" name="W06-S13-q">
            <a:extLst xmlns:a="http://schemas.openxmlformats.org/drawingml/2006/main">
              <a:ext uri="{FF2B5EF4-FFF2-40B4-BE49-F238E27FC236}">
                <a16:creationId xmlns:a16="http://schemas.microsoft.com/office/drawing/2014/main" id="{37C8CA63-44EA-47CC-BD06-68CBDB4E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3333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Q.</a:t>
            </a:r>
          </a:p>
        </p:txBody>
      </p:sp>
      <p:sp>
        <p:nvSpPr>
          <p:cNvPr id="6" name="W06-S13-body">
            <a:extLst xmlns:a="http://schemas.openxmlformats.org/drawingml/2006/main">
              <a:ext uri="{FF2B5EF4-FFF2-40B4-BE49-F238E27FC236}">
                <a16:creationId xmlns:a16="http://schemas.microsoft.com/office/drawing/2014/main" id="{947DAFD5-7BD7-4EB6-BC92-1AC73BA7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132397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여섯 작품에서 반복된 것과 달라진 것은 무엇인가요?</a:t>
            </a:r>
          </a:p>
        </p:txBody>
      </p:sp>
      <p:sp>
        <p:nvSpPr>
          <p:cNvPr id="7" name="W06-S13-under">
            <a:extLst xmlns:a="http://schemas.openxmlformats.org/drawingml/2006/main">
              <a:ext uri="{FF2B5EF4-FFF2-40B4-BE49-F238E27FC236}">
                <a16:creationId xmlns:a16="http://schemas.microsoft.com/office/drawing/2014/main" id="{4D9504D2-DFFA-49DE-9577-BB4ADBAF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524750"/>
            <a:ext cx="723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8" name="W06-S13-cue">
            <a:extLst xmlns:a="http://schemas.openxmlformats.org/drawingml/2006/main">
              <a:ext uri="{FF2B5EF4-FFF2-40B4-BE49-F238E27FC236}">
                <a16:creationId xmlns:a16="http://schemas.microsoft.com/office/drawing/2014/main" id="{101C9E04-8B78-442B-B50E-4F6A49A0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905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보이는 것부터, 자신의 언어로.</a:t>
            </a:r>
          </a:p>
        </p:txBody>
      </p:sp>
    </p:spTree>
    <p:extLst>
      <p:ext uri="{BB962C8B-B14F-4D97-AF65-F5344CB8AC3E}">
        <p14:creationId xmlns:p14="http://schemas.microsoft.com/office/powerpoint/2010/main" val="13730359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6-S14-week">
            <a:extLst xmlns:a="http://schemas.openxmlformats.org/drawingml/2006/main">
              <a:ext uri="{FF2B5EF4-FFF2-40B4-BE49-F238E27FC236}">
                <a16:creationId xmlns:a16="http://schemas.microsoft.com/office/drawing/2014/main" id="{3B76597E-6D1E-49CA-8842-56D72362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W06  /  14</a:t>
            </a:r>
          </a:p>
        </p:txBody>
      </p:sp>
      <p:sp>
        <p:nvSpPr>
          <p:cNvPr id="2" name="W06-S14-label">
            <a:extLst xmlns:a="http://schemas.openxmlformats.org/drawingml/2006/main">
              <a:ext uri="{FF2B5EF4-FFF2-40B4-BE49-F238E27FC236}">
                <a16:creationId xmlns:a16="http://schemas.microsoft.com/office/drawing/2014/main" id="{C479B59F-9D02-4576-AB65-F40F5232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주인공 발화</a:t>
            </a:r>
          </a:p>
        </p:txBody>
      </p:sp>
      <p:sp>
        <p:nvSpPr>
          <p:cNvPr id="3" name="W06-S14-brand">
            <a:extLst xmlns:a="http://schemas.openxmlformats.org/drawingml/2006/main">
              <a:ext uri="{FF2B5EF4-FFF2-40B4-BE49-F238E27FC236}">
                <a16:creationId xmlns:a16="http://schemas.microsoft.com/office/drawing/2014/main" id="{3361E5AF-883D-4A6B-98D3-881BD2E1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6-S14-id">
            <a:extLst xmlns:a="http://schemas.openxmlformats.org/drawingml/2006/main">
              <a:ext uri="{FF2B5EF4-FFF2-40B4-BE49-F238E27FC236}">
                <a16:creationId xmlns:a16="http://schemas.microsoft.com/office/drawing/2014/main" id="{1CE781F7-DB33-46B0-B5A8-3E1A30E1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W06-S14</a:t>
            </a:r>
          </a:p>
        </p:txBody>
      </p:sp>
      <p:sp>
        <p:nvSpPr>
          <p:cNvPr id="5" name="W06-S14-q">
            <a:extLst xmlns:a="http://schemas.openxmlformats.org/drawingml/2006/main">
              <a:ext uri="{FF2B5EF4-FFF2-40B4-BE49-F238E27FC236}">
                <a16:creationId xmlns:a16="http://schemas.microsoft.com/office/drawing/2014/main" id="{69D97CA0-2464-4A29-9445-5010A776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3333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72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“</a:t>
            </a:r>
          </a:p>
        </p:txBody>
      </p:sp>
      <p:sp>
        <p:nvSpPr>
          <p:cNvPr id="6" name="W06-S14-body">
            <a:extLst xmlns:a="http://schemas.openxmlformats.org/drawingml/2006/main">
              <a:ext uri="{FF2B5EF4-FFF2-40B4-BE49-F238E27FC236}">
                <a16:creationId xmlns:a16="http://schemas.microsoft.com/office/drawing/2014/main" id="{A0FDAC72-79CD-433E-90E7-F0D166E8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132397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마지막 장면의 내가 첫 장면의 나에게 말한다면?</a:t>
            </a:r>
          </a:p>
        </p:txBody>
      </p:sp>
      <p:sp>
        <p:nvSpPr>
          <p:cNvPr id="7" name="W06-S14-under">
            <a:extLst xmlns:a="http://schemas.openxmlformats.org/drawingml/2006/main">
              <a:ext uri="{FF2B5EF4-FFF2-40B4-BE49-F238E27FC236}">
                <a16:creationId xmlns:a16="http://schemas.microsoft.com/office/drawing/2014/main" id="{6698E113-2BAA-475A-81F9-B9E95095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524750"/>
            <a:ext cx="723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8" name="W06-S14-cue">
            <a:extLst xmlns:a="http://schemas.openxmlformats.org/drawingml/2006/main">
              <a:ext uri="{FF2B5EF4-FFF2-40B4-BE49-F238E27FC236}">
                <a16:creationId xmlns:a16="http://schemas.microsoft.com/office/drawing/2014/main" id="{34BC0D6F-193B-466F-923B-C7050B44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905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한 문장으로 들려주세요.</a:t>
            </a:r>
          </a:p>
        </p:txBody>
      </p:sp>
    </p:spTree>
    <p:extLst>
      <p:ext uri="{BB962C8B-B14F-4D97-AF65-F5344CB8AC3E}">
        <p14:creationId xmlns:p14="http://schemas.microsoft.com/office/powerpoint/2010/main" val="13373360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6-S15-week">
            <a:extLst xmlns:a="http://schemas.openxmlformats.org/drawingml/2006/main">
              <a:ext uri="{FF2B5EF4-FFF2-40B4-BE49-F238E27FC236}">
                <a16:creationId xmlns:a16="http://schemas.microsoft.com/office/drawing/2014/main" id="{7CACC319-D4EF-4BF4-8EAD-EE460B3A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W06  /  15</a:t>
            </a:r>
          </a:p>
        </p:txBody>
      </p:sp>
      <p:sp>
        <p:nvSpPr>
          <p:cNvPr id="2" name="W06-S15-label">
            <a:extLst xmlns:a="http://schemas.openxmlformats.org/drawingml/2006/main">
              <a:ext uri="{FF2B5EF4-FFF2-40B4-BE49-F238E27FC236}">
                <a16:creationId xmlns:a16="http://schemas.microsoft.com/office/drawing/2014/main" id="{53E4E502-2583-4BF3-A581-B7EFAD71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관계·갈등 탐색</a:t>
            </a:r>
          </a:p>
        </p:txBody>
      </p:sp>
      <p:sp>
        <p:nvSpPr>
          <p:cNvPr id="3" name="W06-S15-brand">
            <a:extLst xmlns:a="http://schemas.openxmlformats.org/drawingml/2006/main">
              <a:ext uri="{FF2B5EF4-FFF2-40B4-BE49-F238E27FC236}">
                <a16:creationId xmlns:a16="http://schemas.microsoft.com/office/drawing/2014/main" id="{BDBC2B9C-A04E-45E5-A7F1-D09DE11A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6-S15-id">
            <a:extLst xmlns:a="http://schemas.openxmlformats.org/drawingml/2006/main">
              <a:ext uri="{FF2B5EF4-FFF2-40B4-BE49-F238E27FC236}">
                <a16:creationId xmlns:a16="http://schemas.microsoft.com/office/drawing/2014/main" id="{65897285-61F1-48F7-A96B-EDEEBA34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W06-S15</a:t>
            </a:r>
          </a:p>
        </p:txBody>
      </p:sp>
      <p:sp>
        <p:nvSpPr>
          <p:cNvPr id="5" name="W06-S15-tension">
            <a:extLst xmlns:a="http://schemas.openxmlformats.org/drawingml/2006/main">
              <a:ext uri="{FF2B5EF4-FFF2-40B4-BE49-F238E27FC236}">
                <a16:creationId xmlns:a16="http://schemas.microsoft.com/office/drawing/2014/main" id="{5FB5F801-7D3B-4E81-8FBB-B65959B9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71625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7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67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TENSION / NEED</a:t>
            </a:r>
          </a:p>
        </p:txBody>
      </p:sp>
      <p:sp>
        <p:nvSpPr>
          <p:cNvPr id="6" name="W06-S15-axis-h">
            <a:extLst xmlns:a="http://schemas.openxmlformats.org/drawingml/2006/main">
              <a:ext uri="{FF2B5EF4-FFF2-40B4-BE49-F238E27FC236}">
                <a16:creationId xmlns:a16="http://schemas.microsoft.com/office/drawing/2014/main" id="{060C9CF0-18F7-403A-8DD1-CF113060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19750"/>
            <a:ext cx="1428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7" name="W06-S15-axis-v">
            <a:extLst xmlns:a="http://schemas.openxmlformats.org/drawingml/2006/main">
              <a:ext uri="{FF2B5EF4-FFF2-40B4-BE49-F238E27FC236}">
                <a16:creationId xmlns:a16="http://schemas.microsoft.com/office/drawing/2014/main" id="{35F77437-D6B8-474E-B9D3-52ACF521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0"/>
            <a:ext cx="2857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8" name="W06-S15-axis-dot">
            <a:extLst xmlns:a="http://schemas.openxmlformats.org/drawingml/2006/main">
              <a:ext uri="{FF2B5EF4-FFF2-40B4-BE49-F238E27FC236}">
                <a16:creationId xmlns:a16="http://schemas.microsoft.com/office/drawing/2014/main" id="{A46CC133-F1BD-4562-AD3C-BBA5A62E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286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9" name="W06-S15-body">
            <a:extLst xmlns:a="http://schemas.openxmlformats.org/drawingml/2006/main">
              <a:ext uri="{FF2B5EF4-FFF2-40B4-BE49-F238E27FC236}">
                <a16:creationId xmlns:a16="http://schemas.microsoft.com/office/drawing/2014/main" id="{95862EEF-B611-444E-B4A8-9D794DB2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43250"/>
            <a:ext cx="1428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9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상처, 보호방식, 욕망, 새로운 선택과 내적 지지는 어떻게 연결되나요?</a:t>
            </a:r>
          </a:p>
        </p:txBody>
      </p:sp>
      <p:sp>
        <p:nvSpPr>
          <p:cNvPr id="10" name="W06-S15-axis-left">
            <a:extLst xmlns:a="http://schemas.openxmlformats.org/drawingml/2006/main">
              <a:ext uri="{FF2B5EF4-FFF2-40B4-BE49-F238E27FC236}">
                <a16:creationId xmlns:a16="http://schemas.microsoft.com/office/drawing/2014/main" id="{15D99FD9-3AB6-4DE3-9863-D2D8851D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1912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지켜준 것</a:t>
            </a:r>
          </a:p>
        </p:txBody>
      </p:sp>
      <p:sp>
        <p:nvSpPr>
          <p:cNvPr id="11" name="W06-S15-axis-right">
            <a:extLst xmlns:a="http://schemas.openxmlformats.org/drawingml/2006/main">
              <a:ext uri="{FF2B5EF4-FFF2-40B4-BE49-F238E27FC236}">
                <a16:creationId xmlns:a16="http://schemas.microsoft.com/office/drawing/2014/main" id="{F127A244-44AE-4D00-B432-0B858D08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912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21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지금 필요한 것</a:t>
            </a:r>
          </a:p>
        </p:txBody>
      </p:sp>
    </p:spTree>
    <p:extLst>
      <p:ext uri="{BB962C8B-B14F-4D97-AF65-F5344CB8AC3E}">
        <p14:creationId xmlns:p14="http://schemas.microsoft.com/office/powerpoint/2010/main" val="4909368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6-S16-week">
            <a:extLst xmlns:a="http://schemas.openxmlformats.org/drawingml/2006/main">
              <a:ext uri="{FF2B5EF4-FFF2-40B4-BE49-F238E27FC236}">
                <a16:creationId xmlns:a16="http://schemas.microsoft.com/office/drawing/2014/main" id="{9DF9B085-A33C-4996-81B8-5CCB1DFE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W06  /  16</a:t>
            </a:r>
          </a:p>
        </p:txBody>
      </p:sp>
      <p:sp>
        <p:nvSpPr>
          <p:cNvPr id="2" name="W06-S16-label">
            <a:extLst xmlns:a="http://schemas.openxmlformats.org/drawingml/2006/main">
              <a:ext uri="{FF2B5EF4-FFF2-40B4-BE49-F238E27FC236}">
                <a16:creationId xmlns:a16="http://schemas.microsoft.com/office/drawing/2014/main" id="{ABB6F95E-4174-4E47-AD22-7EB5B97B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소그룹 나눔</a:t>
            </a:r>
          </a:p>
        </p:txBody>
      </p:sp>
      <p:sp>
        <p:nvSpPr>
          <p:cNvPr id="3" name="W06-S16-brand">
            <a:extLst xmlns:a="http://schemas.openxmlformats.org/drawingml/2006/main">
              <a:ext uri="{FF2B5EF4-FFF2-40B4-BE49-F238E27FC236}">
                <a16:creationId xmlns:a16="http://schemas.microsoft.com/office/drawing/2014/main" id="{FE813CDA-0252-42F5-A076-E83B3DFF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6-S16-id">
            <a:extLst xmlns:a="http://schemas.openxmlformats.org/drawingml/2006/main">
              <a:ext uri="{FF2B5EF4-FFF2-40B4-BE49-F238E27FC236}">
                <a16:creationId xmlns:a16="http://schemas.microsoft.com/office/drawing/2014/main" id="{0385A00D-BEEE-41F3-BB60-DAFFE370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W06-S16</a:t>
            </a:r>
          </a:p>
        </p:txBody>
      </p:sp>
      <p:sp>
        <p:nvSpPr>
          <p:cNvPr id="5" name="W06-S16-share">
            <a:extLst xmlns:a="http://schemas.openxmlformats.org/drawingml/2006/main">
              <a:ext uri="{FF2B5EF4-FFF2-40B4-BE49-F238E27FC236}">
                <a16:creationId xmlns:a16="http://schemas.microsoft.com/office/drawing/2014/main" id="{C02F4434-BB92-4CE2-934F-DB73814E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76375"/>
            <a:ext cx="1257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1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81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SHARE / REFLECT</a:t>
            </a:r>
          </a:p>
        </p:txBody>
      </p:sp>
      <p:sp>
        <p:nvSpPr>
          <p:cNvPr id="6" name="W06-S16-body">
            <a:extLst xmlns:a="http://schemas.openxmlformats.org/drawingml/2006/main">
              <a:ext uri="{FF2B5EF4-FFF2-40B4-BE49-F238E27FC236}">
                <a16:creationId xmlns:a16="http://schemas.microsoft.com/office/drawing/2014/main" id="{F0AB5BD9-2BF2-4DB4-AF8F-17621D1A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5716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52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3인 나눔 / 최종 자기서사를 자신의 목소리로 읽습니다.</a:t>
            </a:r>
          </a:p>
        </p:txBody>
      </p:sp>
      <p:sp>
        <p:nvSpPr>
          <p:cNvPr id="7" name="W06-S16-share-n-0">
            <a:extLst xmlns:a="http://schemas.openxmlformats.org/drawingml/2006/main">
              <a:ext uri="{FF2B5EF4-FFF2-40B4-BE49-F238E27FC236}">
                <a16:creationId xmlns:a16="http://schemas.microsoft.com/office/drawing/2014/main" id="{4FE5C760-CE95-4D4E-BC28-B586E2E2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675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W06-S16-share-rule-0">
            <a:extLst xmlns:a="http://schemas.openxmlformats.org/drawingml/2006/main">
              <a:ext uri="{FF2B5EF4-FFF2-40B4-BE49-F238E27FC236}">
                <a16:creationId xmlns:a16="http://schemas.microsoft.com/office/drawing/2014/main" id="{E56834F3-FC78-4373-AACE-E7A2FB87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381875"/>
            <a:ext cx="452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9" name="W06-S16-share-text-0">
            <a:extLst xmlns:a="http://schemas.openxmlformats.org/drawingml/2006/main">
              <a:ext uri="{FF2B5EF4-FFF2-40B4-BE49-F238E27FC236}">
                <a16:creationId xmlns:a16="http://schemas.microsoft.com/office/drawing/2014/main" id="{EE68EAC2-5922-4C3F-B9D7-8AB12C0A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20000"/>
            <a:ext cx="4524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설명보다 경험</a:t>
            </a:r>
          </a:p>
        </p:txBody>
      </p:sp>
      <p:sp>
        <p:nvSpPr>
          <p:cNvPr id="10" name="W06-S16-share-n-1">
            <a:extLst xmlns:a="http://schemas.openxmlformats.org/drawingml/2006/main">
              <a:ext uri="{FF2B5EF4-FFF2-40B4-BE49-F238E27FC236}">
                <a16:creationId xmlns:a16="http://schemas.microsoft.com/office/drawing/2014/main" id="{8F9E2159-66F4-492B-9794-D1E64FA4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6675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W06-S16-share-rule-1">
            <a:extLst xmlns:a="http://schemas.openxmlformats.org/drawingml/2006/main">
              <a:ext uri="{FF2B5EF4-FFF2-40B4-BE49-F238E27FC236}">
                <a16:creationId xmlns:a16="http://schemas.microsoft.com/office/drawing/2014/main" id="{45141421-2A67-4843-9AD3-DACE8C53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381875"/>
            <a:ext cx="452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2" name="W06-S16-share-text-1">
            <a:extLst xmlns:a="http://schemas.openxmlformats.org/drawingml/2006/main">
              <a:ext uri="{FF2B5EF4-FFF2-40B4-BE49-F238E27FC236}">
                <a16:creationId xmlns:a16="http://schemas.microsoft.com/office/drawing/2014/main" id="{FFB90D4D-2BF2-4CE9-93DD-8F9DC250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620000"/>
            <a:ext cx="4524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조언 없이 듣기</a:t>
            </a:r>
          </a:p>
        </p:txBody>
      </p:sp>
      <p:sp>
        <p:nvSpPr>
          <p:cNvPr id="13" name="W06-S16-share-n-2">
            <a:extLst xmlns:a="http://schemas.openxmlformats.org/drawingml/2006/main">
              <a:ext uri="{FF2B5EF4-FFF2-40B4-BE49-F238E27FC236}">
                <a16:creationId xmlns:a16="http://schemas.microsoft.com/office/drawing/2014/main" id="{E135DF77-C8CB-4E8B-A81C-A2290904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675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4" name="W06-S16-share-rule-2">
            <a:extLst xmlns:a="http://schemas.openxmlformats.org/drawingml/2006/main">
              <a:ext uri="{FF2B5EF4-FFF2-40B4-BE49-F238E27FC236}">
                <a16:creationId xmlns:a16="http://schemas.microsoft.com/office/drawing/2014/main" id="{08900744-B8CB-4D7A-8E33-B62E9F75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381875"/>
            <a:ext cx="452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5" name="W06-S16-share-text-2">
            <a:extLst xmlns:a="http://schemas.openxmlformats.org/drawingml/2006/main">
              <a:ext uri="{FF2B5EF4-FFF2-40B4-BE49-F238E27FC236}">
                <a16:creationId xmlns:a16="http://schemas.microsoft.com/office/drawing/2014/main" id="{5BF7003F-1635-4EC5-A9DD-7AB42CED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620000"/>
            <a:ext cx="4524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“제가 들은 핵심은…”</a:t>
            </a:r>
          </a:p>
        </p:txBody>
      </p:sp>
    </p:spTree>
    <p:extLst>
      <p:ext uri="{BB962C8B-B14F-4D97-AF65-F5344CB8AC3E}">
        <p14:creationId xmlns:p14="http://schemas.microsoft.com/office/powerpoint/2010/main" val="2974608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6-S17-week">
            <a:extLst xmlns:a="http://schemas.openxmlformats.org/drawingml/2006/main">
              <a:ext uri="{FF2B5EF4-FFF2-40B4-BE49-F238E27FC236}">
                <a16:creationId xmlns:a16="http://schemas.microsoft.com/office/drawing/2014/main" id="{0C6EC370-81C4-4B41-93DD-748EC349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W06  /  17</a:t>
            </a:r>
          </a:p>
        </p:txBody>
      </p:sp>
      <p:sp>
        <p:nvSpPr>
          <p:cNvPr id="2" name="W06-S17-label">
            <a:extLst xmlns:a="http://schemas.openxmlformats.org/drawingml/2006/main">
              <a:ext uri="{FF2B5EF4-FFF2-40B4-BE49-F238E27FC236}">
                <a16:creationId xmlns:a16="http://schemas.microsoft.com/office/drawing/2014/main" id="{0BF50F90-AF59-4FD6-8689-64F2287D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전체 나눔</a:t>
            </a:r>
          </a:p>
        </p:txBody>
      </p:sp>
      <p:sp>
        <p:nvSpPr>
          <p:cNvPr id="3" name="W06-S17-brand">
            <a:extLst xmlns:a="http://schemas.openxmlformats.org/drawingml/2006/main">
              <a:ext uri="{FF2B5EF4-FFF2-40B4-BE49-F238E27FC236}">
                <a16:creationId xmlns:a16="http://schemas.microsoft.com/office/drawing/2014/main" id="{E3371DF0-5589-4AE9-B7D5-FB6CF388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6-S17-id">
            <a:extLst xmlns:a="http://schemas.openxmlformats.org/drawingml/2006/main">
              <a:ext uri="{FF2B5EF4-FFF2-40B4-BE49-F238E27FC236}">
                <a16:creationId xmlns:a16="http://schemas.microsoft.com/office/drawing/2014/main" id="{D897E69A-7938-4A53-A633-4DC5DF63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W06-S17</a:t>
            </a:r>
          </a:p>
        </p:txBody>
      </p:sp>
      <p:sp>
        <p:nvSpPr>
          <p:cNvPr id="5" name="W06-S17-big-circle">
            <a:extLst xmlns:a="http://schemas.openxmlformats.org/drawingml/2006/main">
              <a:ext uri="{FF2B5EF4-FFF2-40B4-BE49-F238E27FC236}">
                <a16:creationId xmlns:a16="http://schemas.microsoft.com/office/drawing/2014/main" id="{13C1352B-DF54-40BA-A013-F5AE1487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5619750" cy="5619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101828"/>
            </a:solidFill>
            <a:prstDash val="solid"/>
          </a:ln>
        </p:spPr>
      </p:sp>
      <p:sp>
        <p:nvSpPr>
          <p:cNvPr id="6" name="W06-S17-small-circle">
            <a:extLst xmlns:a="http://schemas.openxmlformats.org/drawingml/2006/main">
              <a:ext uri="{FF2B5EF4-FFF2-40B4-BE49-F238E27FC236}">
                <a16:creationId xmlns:a16="http://schemas.microsoft.com/office/drawing/2014/main" id="{780E133B-5BA4-43BD-9AE2-4E7099E9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052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28575">
            <a:solidFill>
              <a:srgbClr val="101828"/>
            </a:solidFill>
            <a:prstDash val="solid"/>
          </a:ln>
        </p:spPr>
      </p:sp>
      <p:sp>
        <p:nvSpPr>
          <p:cNvPr id="7" name="W06-S17-body">
            <a:extLst xmlns:a="http://schemas.openxmlformats.org/drawingml/2006/main">
              <a:ext uri="{FF2B5EF4-FFF2-40B4-BE49-F238E27FC236}">
                <a16:creationId xmlns:a16="http://schemas.microsoft.com/office/drawing/2014/main" id="{92AD9239-14E5-476D-8F7C-D088A784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62250"/>
            <a:ext cx="942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앞으로 가져갈 자기지지 문장 한 줄을 말합니다.</a:t>
            </a:r>
          </a:p>
        </p:txBody>
      </p:sp>
      <p:sp>
        <p:nvSpPr>
          <p:cNvPr id="8" name="W06-S17-cue">
            <a:extLst xmlns:a="http://schemas.openxmlformats.org/drawingml/2006/main">
              <a:ext uri="{FF2B5EF4-FFF2-40B4-BE49-F238E27FC236}">
                <a16:creationId xmlns:a16="http://schemas.microsoft.com/office/drawing/2014/main" id="{F02B33F1-2200-47F5-B5DE-C7C7AA55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66675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말하고 싶은 만큼만, 자신의 문장으로.</a:t>
            </a:r>
          </a:p>
        </p:txBody>
      </p:sp>
    </p:spTree>
    <p:extLst>
      <p:ext uri="{BB962C8B-B14F-4D97-AF65-F5344CB8AC3E}">
        <p14:creationId xmlns:p14="http://schemas.microsoft.com/office/powerpoint/2010/main" val="755589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6-S18-week">
            <a:extLst xmlns:a="http://schemas.openxmlformats.org/drawingml/2006/main">
              <a:ext uri="{FF2B5EF4-FFF2-40B4-BE49-F238E27FC236}">
                <a16:creationId xmlns:a16="http://schemas.microsoft.com/office/drawing/2014/main" id="{0E6B252A-CA9F-488D-9AF0-AAD441E1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W06  /  18</a:t>
            </a:r>
          </a:p>
        </p:txBody>
      </p:sp>
      <p:sp>
        <p:nvSpPr>
          <p:cNvPr id="2" name="W06-S18-label">
            <a:extLst xmlns:a="http://schemas.openxmlformats.org/drawingml/2006/main">
              <a:ext uri="{FF2B5EF4-FFF2-40B4-BE49-F238E27FC236}">
                <a16:creationId xmlns:a16="http://schemas.microsoft.com/office/drawing/2014/main" id="{AF7A89A8-25E6-4134-A48B-9C31B7D0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삶의 연결</a:t>
            </a:r>
          </a:p>
        </p:txBody>
      </p:sp>
      <p:sp>
        <p:nvSpPr>
          <p:cNvPr id="3" name="W06-S18-brand">
            <a:extLst xmlns:a="http://schemas.openxmlformats.org/drawingml/2006/main">
              <a:ext uri="{FF2B5EF4-FFF2-40B4-BE49-F238E27FC236}">
                <a16:creationId xmlns:a16="http://schemas.microsoft.com/office/drawing/2014/main" id="{14EA86C8-A338-413B-8094-EC9E5AF9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6-S18-id">
            <a:extLst xmlns:a="http://schemas.openxmlformats.org/drawingml/2006/main">
              <a:ext uri="{FF2B5EF4-FFF2-40B4-BE49-F238E27FC236}">
                <a16:creationId xmlns:a16="http://schemas.microsoft.com/office/drawing/2014/main" id="{75F3D1EC-B556-41E6-B0A5-F447F408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W06-S18</a:t>
            </a:r>
          </a:p>
        </p:txBody>
      </p:sp>
      <p:sp>
        <p:nvSpPr>
          <p:cNvPr id="5" name="W06-S18-action">
            <a:extLst xmlns:a="http://schemas.openxmlformats.org/drawingml/2006/main">
              <a:ext uri="{FF2B5EF4-FFF2-40B4-BE49-F238E27FC236}">
                <a16:creationId xmlns:a16="http://schemas.microsoft.com/office/drawing/2014/main" id="{1DD9FCA6-5687-4FA9-99BD-ED74A77E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24000"/>
            <a:ext cx="1000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6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76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NEXT / SMALL</a:t>
            </a:r>
          </a:p>
        </p:txBody>
      </p:sp>
      <p:sp>
        <p:nvSpPr>
          <p:cNvPr id="6" name="W06-S18-body">
            <a:extLst xmlns:a="http://schemas.openxmlformats.org/drawingml/2006/main">
              <a:ext uri="{FF2B5EF4-FFF2-40B4-BE49-F238E27FC236}">
                <a16:creationId xmlns:a16="http://schemas.microsoft.com/office/drawing/2014/main" id="{BA6D6F20-6B1F-4867-8CE1-7B9D5913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29000"/>
            <a:ext cx="15335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9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21일 동안 흔들림 신호, 자기지지 문장, 최소 재시작 행동을 점검합니다.</a:t>
            </a:r>
          </a:p>
        </p:txBody>
      </p:sp>
      <p:sp>
        <p:nvSpPr>
          <p:cNvPr id="7" name="W06-S18-action-rule">
            <a:extLst xmlns:a="http://schemas.openxmlformats.org/drawingml/2006/main">
              <a:ext uri="{FF2B5EF4-FFF2-40B4-BE49-F238E27FC236}">
                <a16:creationId xmlns:a16="http://schemas.microsoft.com/office/drawing/2014/main" id="{33941425-FD47-4E3A-AEA4-C47677BB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143750"/>
            <a:ext cx="1533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8" name="W06-S18-action-cue">
            <a:extLst xmlns:a="http://schemas.openxmlformats.org/drawingml/2006/main">
              <a:ext uri="{FF2B5EF4-FFF2-40B4-BE49-F238E27FC236}">
                <a16:creationId xmlns:a16="http://schemas.microsoft.com/office/drawing/2014/main" id="{DD00C547-DA19-4E3A-8F1A-B169F9DF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24750"/>
            <a:ext cx="1162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작게 시작하고 · 확인하고 · 다시 시작합니다.</a:t>
            </a:r>
          </a:p>
        </p:txBody>
      </p:sp>
    </p:spTree>
    <p:extLst>
      <p:ext uri="{BB962C8B-B14F-4D97-AF65-F5344CB8AC3E}">
        <p14:creationId xmlns:p14="http://schemas.microsoft.com/office/powerpoint/2010/main" val="18951528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6-S19-week">
            <a:extLst xmlns:a="http://schemas.openxmlformats.org/drawingml/2006/main">
              <a:ext uri="{FF2B5EF4-FFF2-40B4-BE49-F238E27FC236}">
                <a16:creationId xmlns:a16="http://schemas.microsoft.com/office/drawing/2014/main" id="{45AB7447-2799-4F5B-B019-5B88F521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W06  /  19</a:t>
            </a:r>
          </a:p>
        </p:txBody>
      </p:sp>
      <p:sp>
        <p:nvSpPr>
          <p:cNvPr id="2" name="W06-S19-label">
            <a:extLst xmlns:a="http://schemas.openxmlformats.org/drawingml/2006/main">
              <a:ext uri="{FF2B5EF4-FFF2-40B4-BE49-F238E27FC236}">
                <a16:creationId xmlns:a16="http://schemas.microsoft.com/office/drawing/2014/main" id="{4F756A23-5475-4610-BBF3-8231CE4D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마무리 문장</a:t>
            </a:r>
          </a:p>
        </p:txBody>
      </p:sp>
      <p:sp>
        <p:nvSpPr>
          <p:cNvPr id="3" name="W06-S19-brand">
            <a:extLst xmlns:a="http://schemas.openxmlformats.org/drawingml/2006/main">
              <a:ext uri="{FF2B5EF4-FFF2-40B4-BE49-F238E27FC236}">
                <a16:creationId xmlns:a16="http://schemas.microsoft.com/office/drawing/2014/main" id="{CF673CC1-8F68-4809-B23E-0E2D73FC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6-S19-id">
            <a:extLst xmlns:a="http://schemas.openxmlformats.org/drawingml/2006/main">
              <a:ext uri="{FF2B5EF4-FFF2-40B4-BE49-F238E27FC236}">
                <a16:creationId xmlns:a16="http://schemas.microsoft.com/office/drawing/2014/main" id="{A30B93B9-60E2-4FEA-BF9F-C152D7ED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W06-S19</a:t>
            </a:r>
          </a:p>
        </p:txBody>
      </p:sp>
      <p:sp>
        <p:nvSpPr>
          <p:cNvPr id="5" name="W06-S19-close">
            <a:extLst xmlns:a="http://schemas.openxmlformats.org/drawingml/2006/main">
              <a:ext uri="{FF2B5EF4-FFF2-40B4-BE49-F238E27FC236}">
                <a16:creationId xmlns:a16="http://schemas.microsoft.com/office/drawing/2014/main" id="{3FD63937-18FC-4848-9076-48AF9940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33500"/>
            <a:ext cx="933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875" b="1">
                <a:solidFill>
                  <a:srgbClr val="101828">
                    <a:alpha val="70000"/>
                  </a:srgbClr>
                </a:solidFill>
                <a:latin typeface="Noto Sans KR"/>
                <a:ea typeface="Noto Sans KR"/>
                <a:cs typeface="Noto Sans KR"/>
              </a:defRPr>
            </a:pPr>
            <a:r>
              <a:rPr sz="10875" b="1">
                <a:solidFill>
                  <a:srgbClr val="101828">
                    <a:alpha val="70000"/>
                  </a:srgbClr>
                </a:solidFill>
                <a:latin typeface="Noto Sans KR"/>
                <a:ea typeface="Noto Sans KR"/>
                <a:cs typeface="Noto Sans KR"/>
              </a:rPr>
              <a:t>CLOSE</a:t>
            </a:r>
          </a:p>
        </p:txBody>
      </p:sp>
      <p:sp>
        <p:nvSpPr>
          <p:cNvPr id="6" name="W06-S19-body">
            <a:extLst xmlns:a="http://schemas.openxmlformats.org/drawingml/2006/main">
              <a:ext uri="{FF2B5EF4-FFF2-40B4-BE49-F238E27FC236}">
                <a16:creationId xmlns:a16="http://schemas.microsoft.com/office/drawing/2014/main" id="{7612B497-CFA4-4270-9939-822738C3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1533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61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61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흔들릴 때 나는 ______으로 돌아온다.</a:t>
            </a:r>
          </a:p>
        </p:txBody>
      </p:sp>
      <p:sp>
        <p:nvSpPr>
          <p:cNvPr id="7" name="W06-S19-signature">
            <a:extLst xmlns:a="http://schemas.openxmlformats.org/drawingml/2006/main">
              <a:ext uri="{FF2B5EF4-FFF2-40B4-BE49-F238E27FC236}">
                <a16:creationId xmlns:a16="http://schemas.microsoft.com/office/drawing/2014/main" id="{7CEAC2E2-2EF0-4481-8E80-20CD0AA7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667500"/>
            <a:ext cx="1162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8" name="W06-S19-cue">
            <a:extLst xmlns:a="http://schemas.openxmlformats.org/drawingml/2006/main">
              <a:ext uri="{FF2B5EF4-FFF2-40B4-BE49-F238E27FC236}">
                <a16:creationId xmlns:a16="http://schemas.microsoft.com/office/drawing/2014/main" id="{485682C3-A025-4F30-988D-179B3CDD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191375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0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자신의 언어로 완성합니다.</a:t>
            </a:r>
          </a:p>
        </p:txBody>
      </p:sp>
    </p:spTree>
    <p:extLst>
      <p:ext uri="{BB962C8B-B14F-4D97-AF65-F5344CB8AC3E}">
        <p14:creationId xmlns:p14="http://schemas.microsoft.com/office/powerpoint/2010/main" val="11415842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2026-07-26T22:50:46.7980000Z</dcterms:created>
  <dcterms:modified xsi:type="dcterms:W3CDTF">2026-07-26T22:50:46.7980000Z</dcterms:modified>
</coreProperties>
</file>